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42" r:id="rId2"/>
  </p:sldMasterIdLst>
  <p:notesMasterIdLst>
    <p:notesMasterId r:id="rId6"/>
  </p:notesMasterIdLst>
  <p:handoutMasterIdLst>
    <p:handoutMasterId r:id="rId7"/>
  </p:handoutMasterIdLst>
  <p:sldIdLst>
    <p:sldId id="291" r:id="rId3"/>
    <p:sldId id="293" r:id="rId4"/>
    <p:sldId id="29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C1A85EF-D830-4588-BBDF-ACB1B676F827}">
          <p14:sldIdLst/>
        </p14:section>
        <p14:section name="Additional Slides" id="{F7B426F9-8C0B-4959-9E31-7F2D0B7DFA88}">
          <p14:sldIdLst>
            <p14:sldId id="291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7092"/>
    <a:srgbClr val="E05740"/>
    <a:srgbClr val="2CA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4" autoAdjust="0"/>
    <p:restoredTop sz="96188"/>
  </p:normalViewPr>
  <p:slideViewPr>
    <p:cSldViewPr snapToGrid="0">
      <p:cViewPr varScale="1">
        <p:scale>
          <a:sx n="82" d="100"/>
          <a:sy n="82" d="100"/>
        </p:scale>
        <p:origin x="8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sundary Ramasamy" userId="32466fd7-10da-4b50-b010-1469a156c209" providerId="ADAL" clId="{6EA4FC8A-7D5E-4C20-961B-EABC06A55E7C}"/>
    <pc:docChg chg="custSel modSld">
      <pc:chgData name="Hemasundary Ramasamy" userId="32466fd7-10da-4b50-b010-1469a156c209" providerId="ADAL" clId="{6EA4FC8A-7D5E-4C20-961B-EABC06A55E7C}" dt="2022-04-07T08:55:07.358" v="1074" actId="20577"/>
      <pc:docMkLst>
        <pc:docMk/>
      </pc:docMkLst>
      <pc:sldChg chg="modSp mod">
        <pc:chgData name="Hemasundary Ramasamy" userId="32466fd7-10da-4b50-b010-1469a156c209" providerId="ADAL" clId="{6EA4FC8A-7D5E-4C20-961B-EABC06A55E7C}" dt="2022-04-07T08:53:32.597" v="1062" actId="20577"/>
        <pc:sldMkLst>
          <pc:docMk/>
          <pc:sldMk cId="1286295475" sldId="293"/>
        </pc:sldMkLst>
        <pc:spChg chg="mod">
          <ac:chgData name="Hemasundary Ramasamy" userId="32466fd7-10da-4b50-b010-1469a156c209" providerId="ADAL" clId="{6EA4FC8A-7D5E-4C20-961B-EABC06A55E7C}" dt="2022-04-07T08:42:56.284" v="29" actId="20577"/>
          <ac:spMkLst>
            <pc:docMk/>
            <pc:sldMk cId="1286295475" sldId="293"/>
            <ac:spMk id="6" creationId="{A6CBE7F9-B56B-FD4D-B71C-52BC582C2FB8}"/>
          </ac:spMkLst>
        </pc:spChg>
        <pc:graphicFrameChg chg="modGraphic">
          <ac:chgData name="Hemasundary Ramasamy" userId="32466fd7-10da-4b50-b010-1469a156c209" providerId="ADAL" clId="{6EA4FC8A-7D5E-4C20-961B-EABC06A55E7C}" dt="2022-04-07T08:53:32.597" v="1062" actId="20577"/>
          <ac:graphicFrameMkLst>
            <pc:docMk/>
            <pc:sldMk cId="1286295475" sldId="293"/>
            <ac:graphicFrameMk id="8" creationId="{51A3532F-E368-42D7-A4EE-A73C77A5E368}"/>
          </ac:graphicFrameMkLst>
        </pc:graphicFrameChg>
      </pc:sldChg>
      <pc:sldChg chg="delSp modSp mod">
        <pc:chgData name="Hemasundary Ramasamy" userId="32466fd7-10da-4b50-b010-1469a156c209" providerId="ADAL" clId="{6EA4FC8A-7D5E-4C20-961B-EABC06A55E7C}" dt="2022-04-07T08:55:07.358" v="1074" actId="20577"/>
        <pc:sldMkLst>
          <pc:docMk/>
          <pc:sldMk cId="628612323" sldId="294"/>
        </pc:sldMkLst>
        <pc:spChg chg="del mod">
          <ac:chgData name="Hemasundary Ramasamy" userId="32466fd7-10da-4b50-b010-1469a156c209" providerId="ADAL" clId="{6EA4FC8A-7D5E-4C20-961B-EABC06A55E7C}" dt="2022-04-07T08:52:52.826" v="1037"/>
          <ac:spMkLst>
            <pc:docMk/>
            <pc:sldMk cId="628612323" sldId="294"/>
            <ac:spMk id="2" creationId="{385D8DE7-5F5B-471E-9C61-C83EDEFA7C07}"/>
          </ac:spMkLst>
        </pc:spChg>
        <pc:spChg chg="mod">
          <ac:chgData name="Hemasundary Ramasamy" userId="32466fd7-10da-4b50-b010-1469a156c209" providerId="ADAL" clId="{6EA4FC8A-7D5E-4C20-961B-EABC06A55E7C}" dt="2022-04-07T08:55:07.358" v="1074" actId="20577"/>
          <ac:spMkLst>
            <pc:docMk/>
            <pc:sldMk cId="628612323" sldId="294"/>
            <ac:spMk id="6" creationId="{A6CBE7F9-B56B-FD4D-B71C-52BC582C2FB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64CB29-2860-6242-9284-785DA19C7E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D5C10-7514-F24E-A590-91C51B4DE0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E61E34-5D95-CC48-82AA-D9111F21CF10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34ED6B-4EC4-CB46-B86F-08994CA6B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5AD28-D3DC-D449-9316-11887D5FF5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A08CB-0C5B-FB4F-907B-3FAA59A0B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41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89CFA-9723-A041-8BBE-4338AE8FDCCE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F8EA1-7812-6D40-A3D1-D1558C46B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9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8F8EA1-7812-6D40-A3D1-D1558C46B7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70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2182" y="4827171"/>
            <a:ext cx="5908690" cy="1045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2CA1B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D9BD7A-CBD6-46FA-BFF0-D78DCFC65DF7}"/>
              </a:ext>
            </a:extLst>
          </p:cNvPr>
          <p:cNvSpPr/>
          <p:nvPr userDrawn="1"/>
        </p:nvSpPr>
        <p:spPr>
          <a:xfrm>
            <a:off x="5722214" y="4606299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16F8B9E-2D10-E74A-BA39-4AAB9069D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2182" y="3259703"/>
            <a:ext cx="5541719" cy="1325563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0471816-EDDD-8D4D-BE3C-39B32C57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92294BE-B033-9846-BBC7-D6E31E6B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9348359-7A27-E740-B070-67850DF2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29F1604-8FE3-9349-9E33-DA120674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552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BDE5B-7B4D-45CB-ADF5-5782C5C8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38" y="2153036"/>
            <a:ext cx="825211" cy="823912"/>
          </a:xfrm>
        </p:spPr>
        <p:txBody>
          <a:bodyPr anchor="t">
            <a:noAutofit/>
          </a:bodyPr>
          <a:lstStyle>
            <a:lvl1pPr marL="0" indent="0">
              <a:buNone/>
              <a:defRPr sz="4400" b="1">
                <a:solidFill>
                  <a:srgbClr val="3B709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463C2-66BA-4DD1-9EAE-3EB02AA3B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47006" y="2153036"/>
            <a:ext cx="3902103" cy="431138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B709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0795B-ACF6-407B-85F6-A2237123F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47006" y="2584174"/>
            <a:ext cx="5183188" cy="47187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447B6-7FB8-44AA-AF3F-86DCAE2D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3CA-6A39-4131-8151-CC772D458EAA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B64B6-E51E-415C-8796-2FCA7754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8E701-4951-4005-AF19-02C68915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CD3A-8620-477F-A119-950A0D9A76B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A89C8A-67C7-4482-BEDA-E35242BFECD9}"/>
              </a:ext>
            </a:extLst>
          </p:cNvPr>
          <p:cNvSpPr/>
          <p:nvPr userDrawn="1"/>
        </p:nvSpPr>
        <p:spPr>
          <a:xfrm>
            <a:off x="477796" y="1710304"/>
            <a:ext cx="10515600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8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390C95-67DB-4263-93CF-94663A2DA45A}"/>
              </a:ext>
            </a:extLst>
          </p:cNvPr>
          <p:cNvSpPr/>
          <p:nvPr userDrawn="1"/>
        </p:nvSpPr>
        <p:spPr>
          <a:xfrm>
            <a:off x="5722214" y="3005801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86A65-5225-4769-874B-1F8748A4D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2214" y="1405601"/>
            <a:ext cx="5818704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2214" y="3345361"/>
            <a:ext cx="5818704" cy="29338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86301A5-4DBB-B74B-AB20-87EB4A2C6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390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8304" y="2490106"/>
            <a:ext cx="6469786" cy="3378882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2D09B8-9A13-4763-9521-9F733B189743}"/>
              </a:ext>
            </a:extLst>
          </p:cNvPr>
          <p:cNvSpPr/>
          <p:nvPr userDrawn="1"/>
        </p:nvSpPr>
        <p:spPr>
          <a:xfrm>
            <a:off x="477796" y="2178170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0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08346-F046-4EDA-8BB1-C4778579B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590" y="2451481"/>
            <a:ext cx="5181600" cy="31319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96965-415B-4324-BB67-8367AB653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2590" y="2451481"/>
            <a:ext cx="5181600" cy="31319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8CB9D-B956-49F2-9EA4-F8FD6792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A03E-B2B2-4988-B8D2-CB5C8DADE910}" type="datetimeFigureOut">
              <a:rPr lang="en-GB" smtClean="0"/>
              <a:t>07/04/2022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333E1-CBDD-4576-BB46-7932E342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674DC-C488-428E-977C-7E63F1A9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2BB9-B73E-4217-AF12-BC7BA523F53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CC5EC7-A0E9-45BA-AFD9-5D0CB5F0CB36}"/>
              </a:ext>
            </a:extLst>
          </p:cNvPr>
          <p:cNvSpPr/>
          <p:nvPr userDrawn="1"/>
        </p:nvSpPr>
        <p:spPr>
          <a:xfrm>
            <a:off x="508589" y="2178170"/>
            <a:ext cx="10515600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14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75C4E35-C5B5-704E-A466-D13EA35A19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9046" y="0"/>
            <a:ext cx="12210092" cy="6876658"/>
          </a:xfrm>
          <a:custGeom>
            <a:avLst/>
            <a:gdLst>
              <a:gd name="connsiteX0" fmla="*/ 0 w 12192000"/>
              <a:gd name="connsiteY0" fmla="*/ 3429000 h 6858000"/>
              <a:gd name="connsiteX1" fmla="*/ 1714500 w 12192000"/>
              <a:gd name="connsiteY1" fmla="*/ 2 h 6858000"/>
              <a:gd name="connsiteX2" fmla="*/ 10477500 w 12192000"/>
              <a:gd name="connsiteY2" fmla="*/ 2 h 6858000"/>
              <a:gd name="connsiteX3" fmla="*/ 12192000 w 12192000"/>
              <a:gd name="connsiteY3" fmla="*/ 3429000 h 6858000"/>
              <a:gd name="connsiteX4" fmla="*/ 10477500 w 12192000"/>
              <a:gd name="connsiteY4" fmla="*/ 6857998 h 6858000"/>
              <a:gd name="connsiteX5" fmla="*/ 1714500 w 12192000"/>
              <a:gd name="connsiteY5" fmla="*/ 6857998 h 6858000"/>
              <a:gd name="connsiteX6" fmla="*/ 0 w 12192000"/>
              <a:gd name="connsiteY6" fmla="*/ 3429000 h 6858000"/>
              <a:gd name="connsiteX0" fmla="*/ 0 w 12192000"/>
              <a:gd name="connsiteY0" fmla="*/ 3428998 h 6857996"/>
              <a:gd name="connsiteX1" fmla="*/ 1714500 w 12192000"/>
              <a:gd name="connsiteY1" fmla="*/ 0 h 6857996"/>
              <a:gd name="connsiteX2" fmla="*/ 8313200 w 12192000"/>
              <a:gd name="connsiteY2" fmla="*/ 0 h 6857996"/>
              <a:gd name="connsiteX3" fmla="*/ 12192000 w 12192000"/>
              <a:gd name="connsiteY3" fmla="*/ 3428998 h 6857996"/>
              <a:gd name="connsiteX4" fmla="*/ 10477500 w 12192000"/>
              <a:gd name="connsiteY4" fmla="*/ 6857996 h 6857996"/>
              <a:gd name="connsiteX5" fmla="*/ 1714500 w 12192000"/>
              <a:gd name="connsiteY5" fmla="*/ 6857996 h 6857996"/>
              <a:gd name="connsiteX6" fmla="*/ 0 w 12192000"/>
              <a:gd name="connsiteY6" fmla="*/ 3428998 h 6857996"/>
              <a:gd name="connsiteX0" fmla="*/ 0 w 12192000"/>
              <a:gd name="connsiteY0" fmla="*/ 3428998 h 6857996"/>
              <a:gd name="connsiteX1" fmla="*/ 1714500 w 12192000"/>
              <a:gd name="connsiteY1" fmla="*/ 0 h 6857996"/>
              <a:gd name="connsiteX2" fmla="*/ 8313200 w 12192000"/>
              <a:gd name="connsiteY2" fmla="*/ 0 h 6857996"/>
              <a:gd name="connsiteX3" fmla="*/ 12192000 w 12192000"/>
              <a:gd name="connsiteY3" fmla="*/ 3428998 h 6857996"/>
              <a:gd name="connsiteX4" fmla="*/ 12187889 w 12192000"/>
              <a:gd name="connsiteY4" fmla="*/ 6857996 h 6857996"/>
              <a:gd name="connsiteX5" fmla="*/ 1714500 w 12192000"/>
              <a:gd name="connsiteY5" fmla="*/ 6857996 h 6857996"/>
              <a:gd name="connsiteX6" fmla="*/ 0 w 12192000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1736702 w 12214202"/>
              <a:gd name="connsiteY5" fmla="*/ 6857996 h 6857996"/>
              <a:gd name="connsiteX6" fmla="*/ 22202 w 12214202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3124748 w 12214202"/>
              <a:gd name="connsiteY5" fmla="*/ 6857996 h 6857996"/>
              <a:gd name="connsiteX6" fmla="*/ 22202 w 12214202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603753 w 12214202"/>
              <a:gd name="connsiteY5" fmla="*/ 6847363 h 6857996"/>
              <a:gd name="connsiteX6" fmla="*/ 22202 w 12214202"/>
              <a:gd name="connsiteY6" fmla="*/ 3428998 h 6857996"/>
              <a:gd name="connsiteX0" fmla="*/ 22202 w 12214202"/>
              <a:gd name="connsiteY0" fmla="*/ 4183910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603753 w 12214202"/>
              <a:gd name="connsiteY5" fmla="*/ 6847363 h 6857996"/>
              <a:gd name="connsiteX6" fmla="*/ 22202 w 12214202"/>
              <a:gd name="connsiteY6" fmla="*/ 4183910 h 6857996"/>
              <a:gd name="connsiteX0" fmla="*/ 22202 w 12214202"/>
              <a:gd name="connsiteY0" fmla="*/ 4183910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975892 w 12214202"/>
              <a:gd name="connsiteY5" fmla="*/ 6847363 h 6857996"/>
              <a:gd name="connsiteX6" fmla="*/ 22202 w 12214202"/>
              <a:gd name="connsiteY6" fmla="*/ 4183910 h 6857996"/>
              <a:gd name="connsiteX0" fmla="*/ 11570 w 12214202"/>
              <a:gd name="connsiteY0" fmla="*/ 4194542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975892 w 12214202"/>
              <a:gd name="connsiteY5" fmla="*/ 6847363 h 6857996"/>
              <a:gd name="connsiteX6" fmla="*/ 11570 w 12214202"/>
              <a:gd name="connsiteY6" fmla="*/ 4194542 h 6857996"/>
              <a:gd name="connsiteX0" fmla="*/ 11570 w 12224834"/>
              <a:gd name="connsiteY0" fmla="*/ 4194542 h 6857996"/>
              <a:gd name="connsiteX1" fmla="*/ 0 w 12224834"/>
              <a:gd name="connsiteY1" fmla="*/ 0 h 6857996"/>
              <a:gd name="connsiteX2" fmla="*/ 8335402 w 12224834"/>
              <a:gd name="connsiteY2" fmla="*/ 0 h 6857996"/>
              <a:gd name="connsiteX3" fmla="*/ 12224834 w 12224834"/>
              <a:gd name="connsiteY3" fmla="*/ 3428998 h 6857996"/>
              <a:gd name="connsiteX4" fmla="*/ 12210091 w 12224834"/>
              <a:gd name="connsiteY4" fmla="*/ 6857996 h 6857996"/>
              <a:gd name="connsiteX5" fmla="*/ 2975892 w 12224834"/>
              <a:gd name="connsiteY5" fmla="*/ 6847363 h 6857996"/>
              <a:gd name="connsiteX6" fmla="*/ 11570 w 12224834"/>
              <a:gd name="connsiteY6" fmla="*/ 4194542 h 6857996"/>
              <a:gd name="connsiteX0" fmla="*/ 11570 w 12228938"/>
              <a:gd name="connsiteY0" fmla="*/ 4194542 h 6876657"/>
              <a:gd name="connsiteX1" fmla="*/ 0 w 12228938"/>
              <a:gd name="connsiteY1" fmla="*/ 0 h 6876657"/>
              <a:gd name="connsiteX2" fmla="*/ 8335402 w 12228938"/>
              <a:gd name="connsiteY2" fmla="*/ 0 h 6876657"/>
              <a:gd name="connsiteX3" fmla="*/ 12224834 w 12228938"/>
              <a:gd name="connsiteY3" fmla="*/ 3428998 h 6876657"/>
              <a:gd name="connsiteX4" fmla="*/ 12228752 w 12228938"/>
              <a:gd name="connsiteY4" fmla="*/ 6876657 h 6876657"/>
              <a:gd name="connsiteX5" fmla="*/ 2975892 w 12228938"/>
              <a:gd name="connsiteY5" fmla="*/ 6847363 h 6876657"/>
              <a:gd name="connsiteX6" fmla="*/ 11570 w 12228938"/>
              <a:gd name="connsiteY6" fmla="*/ 4194542 h 6876657"/>
              <a:gd name="connsiteX0" fmla="*/ 11570 w 12228938"/>
              <a:gd name="connsiteY0" fmla="*/ 4194542 h 6876657"/>
              <a:gd name="connsiteX1" fmla="*/ 0 w 12228938"/>
              <a:gd name="connsiteY1" fmla="*/ 0 h 6876657"/>
              <a:gd name="connsiteX2" fmla="*/ 8335402 w 12228938"/>
              <a:gd name="connsiteY2" fmla="*/ 0 h 6876657"/>
              <a:gd name="connsiteX3" fmla="*/ 12224834 w 12228938"/>
              <a:gd name="connsiteY3" fmla="*/ 3428998 h 6876657"/>
              <a:gd name="connsiteX4" fmla="*/ 12228752 w 12228938"/>
              <a:gd name="connsiteY4" fmla="*/ 6876657 h 6876657"/>
              <a:gd name="connsiteX5" fmla="*/ 2994554 w 12228938"/>
              <a:gd name="connsiteY5" fmla="*/ 6875355 h 6876657"/>
              <a:gd name="connsiteX6" fmla="*/ 11570 w 12228938"/>
              <a:gd name="connsiteY6" fmla="*/ 4194542 h 6876657"/>
              <a:gd name="connsiteX0" fmla="*/ 11570 w 12228938"/>
              <a:gd name="connsiteY0" fmla="*/ 4241195 h 6923310"/>
              <a:gd name="connsiteX1" fmla="*/ 0 w 12228938"/>
              <a:gd name="connsiteY1" fmla="*/ 46653 h 6923310"/>
              <a:gd name="connsiteX2" fmla="*/ 8298080 w 12228938"/>
              <a:gd name="connsiteY2" fmla="*/ 0 h 6923310"/>
              <a:gd name="connsiteX3" fmla="*/ 12224834 w 12228938"/>
              <a:gd name="connsiteY3" fmla="*/ 3475651 h 6923310"/>
              <a:gd name="connsiteX4" fmla="*/ 12228752 w 12228938"/>
              <a:gd name="connsiteY4" fmla="*/ 6923310 h 6923310"/>
              <a:gd name="connsiteX5" fmla="*/ 2994554 w 12228938"/>
              <a:gd name="connsiteY5" fmla="*/ 6922008 h 6923310"/>
              <a:gd name="connsiteX6" fmla="*/ 11570 w 12228938"/>
              <a:gd name="connsiteY6" fmla="*/ 4241195 h 6923310"/>
              <a:gd name="connsiteX0" fmla="*/ 39562 w 12256930"/>
              <a:gd name="connsiteY0" fmla="*/ 4241195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39562 w 12256930"/>
              <a:gd name="connsiteY6" fmla="*/ 4241195 h 6923310"/>
              <a:gd name="connsiteX0" fmla="*/ 20901 w 12256930"/>
              <a:gd name="connsiteY0" fmla="*/ 4222533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20901 w 12256930"/>
              <a:gd name="connsiteY6" fmla="*/ 4222533 h 6923310"/>
              <a:gd name="connsiteX0" fmla="*/ 11570 w 12256930"/>
              <a:gd name="connsiteY0" fmla="*/ 4213202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11570 w 12256930"/>
              <a:gd name="connsiteY6" fmla="*/ 4213202 h 6923310"/>
              <a:gd name="connsiteX0" fmla="*/ 20901 w 12266261"/>
              <a:gd name="connsiteY0" fmla="*/ 422253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20901 w 12266261"/>
              <a:gd name="connsiteY6" fmla="*/ 422253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22546 w 12266261"/>
              <a:gd name="connsiteY5" fmla="*/ 6866025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22546 w 12266261"/>
              <a:gd name="connsiteY5" fmla="*/ 6866025 h 6932641"/>
              <a:gd name="connsiteX6" fmla="*/ 11571 w 12266261"/>
              <a:gd name="connsiteY6" fmla="*/ 4231863 h 6932641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10092"/>
              <a:gd name="connsiteY0" fmla="*/ 4231863 h 6876658"/>
              <a:gd name="connsiteX1" fmla="*/ 0 w 12210092"/>
              <a:gd name="connsiteY1" fmla="*/ 0 h 6876658"/>
              <a:gd name="connsiteX2" fmla="*/ 8335403 w 12210092"/>
              <a:gd name="connsiteY2" fmla="*/ 9331 h 6876658"/>
              <a:gd name="connsiteX3" fmla="*/ 12206173 w 12210092"/>
              <a:gd name="connsiteY3" fmla="*/ 3503643 h 6876658"/>
              <a:gd name="connsiteX4" fmla="*/ 12210092 w 12210092"/>
              <a:gd name="connsiteY4" fmla="*/ 6876658 h 6876658"/>
              <a:gd name="connsiteX5" fmla="*/ 3022546 w 12210092"/>
              <a:gd name="connsiteY5" fmla="*/ 6866025 h 6876658"/>
              <a:gd name="connsiteX6" fmla="*/ 11571 w 12210092"/>
              <a:gd name="connsiteY6" fmla="*/ 4231863 h 6876658"/>
              <a:gd name="connsiteX0" fmla="*/ 11571 w 12210092"/>
              <a:gd name="connsiteY0" fmla="*/ 4231863 h 6876658"/>
              <a:gd name="connsiteX1" fmla="*/ 0 w 12210092"/>
              <a:gd name="connsiteY1" fmla="*/ 0 h 6876658"/>
              <a:gd name="connsiteX2" fmla="*/ 8335403 w 12210092"/>
              <a:gd name="connsiteY2" fmla="*/ 9331 h 6876658"/>
              <a:gd name="connsiteX3" fmla="*/ 12206173 w 12210092"/>
              <a:gd name="connsiteY3" fmla="*/ 3503643 h 6876658"/>
              <a:gd name="connsiteX4" fmla="*/ 12210092 w 12210092"/>
              <a:gd name="connsiteY4" fmla="*/ 6876658 h 6876658"/>
              <a:gd name="connsiteX5" fmla="*/ 3022546 w 12210092"/>
              <a:gd name="connsiteY5" fmla="*/ 6866025 h 6876658"/>
              <a:gd name="connsiteX6" fmla="*/ 11571 w 12210092"/>
              <a:gd name="connsiteY6" fmla="*/ 4231863 h 6876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0092" h="6876658">
                <a:moveTo>
                  <a:pt x="11571" y="4231863"/>
                </a:moveTo>
                <a:cubicBezTo>
                  <a:pt x="7715" y="4233275"/>
                  <a:pt x="3857" y="1398181"/>
                  <a:pt x="0" y="0"/>
                </a:cubicBezTo>
                <a:lnTo>
                  <a:pt x="8335403" y="9331"/>
                </a:lnTo>
                <a:lnTo>
                  <a:pt x="12206173" y="3503643"/>
                </a:lnTo>
                <a:cubicBezTo>
                  <a:pt x="12204803" y="5458405"/>
                  <a:pt x="12192801" y="6862663"/>
                  <a:pt x="12210092" y="6876658"/>
                </a:cubicBezTo>
                <a:cubicBezTo>
                  <a:pt x="12198687" y="6873114"/>
                  <a:pt x="6085061" y="6869569"/>
                  <a:pt x="3022546" y="6866025"/>
                </a:cubicBezTo>
                <a:lnTo>
                  <a:pt x="11571" y="4231863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3690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AB4388-8C4C-428C-B999-2D3E0D30617A}"/>
              </a:ext>
            </a:extLst>
          </p:cNvPr>
          <p:cNvSpPr/>
          <p:nvPr userDrawn="1"/>
        </p:nvSpPr>
        <p:spPr>
          <a:xfrm>
            <a:off x="6310489" y="3005801"/>
            <a:ext cx="5881624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86A65-5225-4769-874B-1F8748A4D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495" y="1651183"/>
            <a:ext cx="5629334" cy="135461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9495" y="3301023"/>
            <a:ext cx="5629334" cy="2685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72960F9-381B-0C44-B615-263999835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940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 Custom layout -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E7F4-7361-4B5C-8418-C1892337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6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6C1BA-63E5-4D06-A601-D7BA1388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76F28-7BD0-4666-96D1-F691A204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57B8B-B6AB-4F96-A73A-EDCC8A9C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26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22182" y="4827171"/>
            <a:ext cx="5908690" cy="1045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rgbClr val="2CA1B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D9BD7A-CBD6-46FA-BFF0-D78DCFC65DF7}"/>
              </a:ext>
            </a:extLst>
          </p:cNvPr>
          <p:cNvSpPr/>
          <p:nvPr userDrawn="1"/>
        </p:nvSpPr>
        <p:spPr>
          <a:xfrm>
            <a:off x="5722214" y="4606299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16F8B9E-2D10-E74A-BA39-4AAB9069D0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2182" y="3259703"/>
            <a:ext cx="5541719" cy="1325563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0471816-EDDD-8D4D-BE3C-39B32C57A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92294BE-B033-9846-BBC7-D6E31E6B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9348359-7A27-E740-B070-67850DF2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29F1604-8FE3-9349-9E33-DA120674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375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Conten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BDE5B-7B4D-45CB-ADF5-5782C5C87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38" y="2153036"/>
            <a:ext cx="825211" cy="823912"/>
          </a:xfrm>
        </p:spPr>
        <p:txBody>
          <a:bodyPr anchor="t">
            <a:noAutofit/>
          </a:bodyPr>
          <a:lstStyle>
            <a:lvl1pPr marL="0" indent="0">
              <a:buNone/>
              <a:defRPr sz="4400" b="1">
                <a:solidFill>
                  <a:srgbClr val="3B709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463C2-66BA-4DD1-9EAE-3EB02AA3BC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47006" y="2153036"/>
            <a:ext cx="3902103" cy="431138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B709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0795B-ACF6-407B-85F6-A2237123F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47006" y="2584174"/>
            <a:ext cx="5183188" cy="47187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447B6-7FB8-44AA-AF3F-86DCAE2D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E53CA-6A39-4131-8151-CC772D458EAA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B64B6-E51E-415C-8796-2FCA7754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8E701-4951-4005-AF19-02C68915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CCD3A-8620-477F-A119-950A0D9A76B1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A89C8A-67C7-4482-BEDA-E35242BFECD9}"/>
              </a:ext>
            </a:extLst>
          </p:cNvPr>
          <p:cNvSpPr/>
          <p:nvPr userDrawn="1"/>
        </p:nvSpPr>
        <p:spPr>
          <a:xfrm>
            <a:off x="477796" y="1710304"/>
            <a:ext cx="10515600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1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Introdu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390C95-67DB-4263-93CF-94663A2DA45A}"/>
              </a:ext>
            </a:extLst>
          </p:cNvPr>
          <p:cNvSpPr/>
          <p:nvPr userDrawn="1"/>
        </p:nvSpPr>
        <p:spPr>
          <a:xfrm>
            <a:off x="5722214" y="3005801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86A65-5225-4769-874B-1F8748A4D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2214" y="1405601"/>
            <a:ext cx="5818704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22214" y="3345361"/>
            <a:ext cx="5818704" cy="29338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86301A5-4DBB-B74B-AB20-87EB4A2C67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775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Single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8304" y="2490106"/>
            <a:ext cx="6469786" cy="3378882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2D09B8-9A13-4763-9521-9F733B189743}"/>
              </a:ext>
            </a:extLst>
          </p:cNvPr>
          <p:cNvSpPr/>
          <p:nvPr userDrawn="1"/>
        </p:nvSpPr>
        <p:spPr>
          <a:xfrm>
            <a:off x="477796" y="2178170"/>
            <a:ext cx="6469786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405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Two column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08346-F046-4EDA-8BB1-C4778579B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590" y="2451481"/>
            <a:ext cx="5181600" cy="31319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96965-415B-4324-BB67-8367AB653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42590" y="2451481"/>
            <a:ext cx="5181600" cy="313190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8CB9D-B956-49F2-9EA4-F8FD6792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A03E-B2B2-4988-B8D2-CB5C8DADE910}" type="datetimeFigureOut">
              <a:rPr lang="en-GB" smtClean="0"/>
              <a:t>07/04/2022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333E1-CBDD-4576-BB46-7932E342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674DC-C488-428E-977C-7E63F1A90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32BB9-B73E-4217-AF12-BC7BA523F537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CC5EC7-A0E9-45BA-AFD9-5D0CB5F0CB36}"/>
              </a:ext>
            </a:extLst>
          </p:cNvPr>
          <p:cNvSpPr/>
          <p:nvPr userDrawn="1"/>
        </p:nvSpPr>
        <p:spPr>
          <a:xfrm>
            <a:off x="508589" y="2178170"/>
            <a:ext cx="10515600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62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 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EA1D0-9945-4AF0-ACA1-A8F6C2CD10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9046" y="0"/>
            <a:ext cx="12210092" cy="6876658"/>
          </a:xfrm>
          <a:custGeom>
            <a:avLst/>
            <a:gdLst>
              <a:gd name="connsiteX0" fmla="*/ 0 w 12192000"/>
              <a:gd name="connsiteY0" fmla="*/ 3429000 h 6858000"/>
              <a:gd name="connsiteX1" fmla="*/ 1714500 w 12192000"/>
              <a:gd name="connsiteY1" fmla="*/ 2 h 6858000"/>
              <a:gd name="connsiteX2" fmla="*/ 10477500 w 12192000"/>
              <a:gd name="connsiteY2" fmla="*/ 2 h 6858000"/>
              <a:gd name="connsiteX3" fmla="*/ 12192000 w 12192000"/>
              <a:gd name="connsiteY3" fmla="*/ 3429000 h 6858000"/>
              <a:gd name="connsiteX4" fmla="*/ 10477500 w 12192000"/>
              <a:gd name="connsiteY4" fmla="*/ 6857998 h 6858000"/>
              <a:gd name="connsiteX5" fmla="*/ 1714500 w 12192000"/>
              <a:gd name="connsiteY5" fmla="*/ 6857998 h 6858000"/>
              <a:gd name="connsiteX6" fmla="*/ 0 w 12192000"/>
              <a:gd name="connsiteY6" fmla="*/ 3429000 h 6858000"/>
              <a:gd name="connsiteX0" fmla="*/ 0 w 12192000"/>
              <a:gd name="connsiteY0" fmla="*/ 3428998 h 6857996"/>
              <a:gd name="connsiteX1" fmla="*/ 1714500 w 12192000"/>
              <a:gd name="connsiteY1" fmla="*/ 0 h 6857996"/>
              <a:gd name="connsiteX2" fmla="*/ 8313200 w 12192000"/>
              <a:gd name="connsiteY2" fmla="*/ 0 h 6857996"/>
              <a:gd name="connsiteX3" fmla="*/ 12192000 w 12192000"/>
              <a:gd name="connsiteY3" fmla="*/ 3428998 h 6857996"/>
              <a:gd name="connsiteX4" fmla="*/ 10477500 w 12192000"/>
              <a:gd name="connsiteY4" fmla="*/ 6857996 h 6857996"/>
              <a:gd name="connsiteX5" fmla="*/ 1714500 w 12192000"/>
              <a:gd name="connsiteY5" fmla="*/ 6857996 h 6857996"/>
              <a:gd name="connsiteX6" fmla="*/ 0 w 12192000"/>
              <a:gd name="connsiteY6" fmla="*/ 3428998 h 6857996"/>
              <a:gd name="connsiteX0" fmla="*/ 0 w 12192000"/>
              <a:gd name="connsiteY0" fmla="*/ 3428998 h 6857996"/>
              <a:gd name="connsiteX1" fmla="*/ 1714500 w 12192000"/>
              <a:gd name="connsiteY1" fmla="*/ 0 h 6857996"/>
              <a:gd name="connsiteX2" fmla="*/ 8313200 w 12192000"/>
              <a:gd name="connsiteY2" fmla="*/ 0 h 6857996"/>
              <a:gd name="connsiteX3" fmla="*/ 12192000 w 12192000"/>
              <a:gd name="connsiteY3" fmla="*/ 3428998 h 6857996"/>
              <a:gd name="connsiteX4" fmla="*/ 12187889 w 12192000"/>
              <a:gd name="connsiteY4" fmla="*/ 6857996 h 6857996"/>
              <a:gd name="connsiteX5" fmla="*/ 1714500 w 12192000"/>
              <a:gd name="connsiteY5" fmla="*/ 6857996 h 6857996"/>
              <a:gd name="connsiteX6" fmla="*/ 0 w 12192000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1736702 w 12214202"/>
              <a:gd name="connsiteY5" fmla="*/ 6857996 h 6857996"/>
              <a:gd name="connsiteX6" fmla="*/ 22202 w 12214202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3124748 w 12214202"/>
              <a:gd name="connsiteY5" fmla="*/ 6857996 h 6857996"/>
              <a:gd name="connsiteX6" fmla="*/ 22202 w 12214202"/>
              <a:gd name="connsiteY6" fmla="*/ 3428998 h 6857996"/>
              <a:gd name="connsiteX0" fmla="*/ 22202 w 12214202"/>
              <a:gd name="connsiteY0" fmla="*/ 3428998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603753 w 12214202"/>
              <a:gd name="connsiteY5" fmla="*/ 6847363 h 6857996"/>
              <a:gd name="connsiteX6" fmla="*/ 22202 w 12214202"/>
              <a:gd name="connsiteY6" fmla="*/ 3428998 h 6857996"/>
              <a:gd name="connsiteX0" fmla="*/ 22202 w 12214202"/>
              <a:gd name="connsiteY0" fmla="*/ 4183910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603753 w 12214202"/>
              <a:gd name="connsiteY5" fmla="*/ 6847363 h 6857996"/>
              <a:gd name="connsiteX6" fmla="*/ 22202 w 12214202"/>
              <a:gd name="connsiteY6" fmla="*/ 4183910 h 6857996"/>
              <a:gd name="connsiteX0" fmla="*/ 22202 w 12214202"/>
              <a:gd name="connsiteY0" fmla="*/ 4183910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975892 w 12214202"/>
              <a:gd name="connsiteY5" fmla="*/ 6847363 h 6857996"/>
              <a:gd name="connsiteX6" fmla="*/ 22202 w 12214202"/>
              <a:gd name="connsiteY6" fmla="*/ 4183910 h 6857996"/>
              <a:gd name="connsiteX0" fmla="*/ 11570 w 12214202"/>
              <a:gd name="connsiteY0" fmla="*/ 4194542 h 6857996"/>
              <a:gd name="connsiteX1" fmla="*/ 0 w 12214202"/>
              <a:gd name="connsiteY1" fmla="*/ 0 h 6857996"/>
              <a:gd name="connsiteX2" fmla="*/ 8335402 w 12214202"/>
              <a:gd name="connsiteY2" fmla="*/ 0 h 6857996"/>
              <a:gd name="connsiteX3" fmla="*/ 12214202 w 12214202"/>
              <a:gd name="connsiteY3" fmla="*/ 3428998 h 6857996"/>
              <a:gd name="connsiteX4" fmla="*/ 12210091 w 12214202"/>
              <a:gd name="connsiteY4" fmla="*/ 6857996 h 6857996"/>
              <a:gd name="connsiteX5" fmla="*/ 2975892 w 12214202"/>
              <a:gd name="connsiteY5" fmla="*/ 6847363 h 6857996"/>
              <a:gd name="connsiteX6" fmla="*/ 11570 w 12214202"/>
              <a:gd name="connsiteY6" fmla="*/ 4194542 h 6857996"/>
              <a:gd name="connsiteX0" fmla="*/ 11570 w 12224834"/>
              <a:gd name="connsiteY0" fmla="*/ 4194542 h 6857996"/>
              <a:gd name="connsiteX1" fmla="*/ 0 w 12224834"/>
              <a:gd name="connsiteY1" fmla="*/ 0 h 6857996"/>
              <a:gd name="connsiteX2" fmla="*/ 8335402 w 12224834"/>
              <a:gd name="connsiteY2" fmla="*/ 0 h 6857996"/>
              <a:gd name="connsiteX3" fmla="*/ 12224834 w 12224834"/>
              <a:gd name="connsiteY3" fmla="*/ 3428998 h 6857996"/>
              <a:gd name="connsiteX4" fmla="*/ 12210091 w 12224834"/>
              <a:gd name="connsiteY4" fmla="*/ 6857996 h 6857996"/>
              <a:gd name="connsiteX5" fmla="*/ 2975892 w 12224834"/>
              <a:gd name="connsiteY5" fmla="*/ 6847363 h 6857996"/>
              <a:gd name="connsiteX6" fmla="*/ 11570 w 12224834"/>
              <a:gd name="connsiteY6" fmla="*/ 4194542 h 6857996"/>
              <a:gd name="connsiteX0" fmla="*/ 11570 w 12228938"/>
              <a:gd name="connsiteY0" fmla="*/ 4194542 h 6876657"/>
              <a:gd name="connsiteX1" fmla="*/ 0 w 12228938"/>
              <a:gd name="connsiteY1" fmla="*/ 0 h 6876657"/>
              <a:gd name="connsiteX2" fmla="*/ 8335402 w 12228938"/>
              <a:gd name="connsiteY2" fmla="*/ 0 h 6876657"/>
              <a:gd name="connsiteX3" fmla="*/ 12224834 w 12228938"/>
              <a:gd name="connsiteY3" fmla="*/ 3428998 h 6876657"/>
              <a:gd name="connsiteX4" fmla="*/ 12228752 w 12228938"/>
              <a:gd name="connsiteY4" fmla="*/ 6876657 h 6876657"/>
              <a:gd name="connsiteX5" fmla="*/ 2975892 w 12228938"/>
              <a:gd name="connsiteY5" fmla="*/ 6847363 h 6876657"/>
              <a:gd name="connsiteX6" fmla="*/ 11570 w 12228938"/>
              <a:gd name="connsiteY6" fmla="*/ 4194542 h 6876657"/>
              <a:gd name="connsiteX0" fmla="*/ 11570 w 12228938"/>
              <a:gd name="connsiteY0" fmla="*/ 4194542 h 6876657"/>
              <a:gd name="connsiteX1" fmla="*/ 0 w 12228938"/>
              <a:gd name="connsiteY1" fmla="*/ 0 h 6876657"/>
              <a:gd name="connsiteX2" fmla="*/ 8335402 w 12228938"/>
              <a:gd name="connsiteY2" fmla="*/ 0 h 6876657"/>
              <a:gd name="connsiteX3" fmla="*/ 12224834 w 12228938"/>
              <a:gd name="connsiteY3" fmla="*/ 3428998 h 6876657"/>
              <a:gd name="connsiteX4" fmla="*/ 12228752 w 12228938"/>
              <a:gd name="connsiteY4" fmla="*/ 6876657 h 6876657"/>
              <a:gd name="connsiteX5" fmla="*/ 2994554 w 12228938"/>
              <a:gd name="connsiteY5" fmla="*/ 6875355 h 6876657"/>
              <a:gd name="connsiteX6" fmla="*/ 11570 w 12228938"/>
              <a:gd name="connsiteY6" fmla="*/ 4194542 h 6876657"/>
              <a:gd name="connsiteX0" fmla="*/ 11570 w 12228938"/>
              <a:gd name="connsiteY0" fmla="*/ 4241195 h 6923310"/>
              <a:gd name="connsiteX1" fmla="*/ 0 w 12228938"/>
              <a:gd name="connsiteY1" fmla="*/ 46653 h 6923310"/>
              <a:gd name="connsiteX2" fmla="*/ 8298080 w 12228938"/>
              <a:gd name="connsiteY2" fmla="*/ 0 h 6923310"/>
              <a:gd name="connsiteX3" fmla="*/ 12224834 w 12228938"/>
              <a:gd name="connsiteY3" fmla="*/ 3475651 h 6923310"/>
              <a:gd name="connsiteX4" fmla="*/ 12228752 w 12228938"/>
              <a:gd name="connsiteY4" fmla="*/ 6923310 h 6923310"/>
              <a:gd name="connsiteX5" fmla="*/ 2994554 w 12228938"/>
              <a:gd name="connsiteY5" fmla="*/ 6922008 h 6923310"/>
              <a:gd name="connsiteX6" fmla="*/ 11570 w 12228938"/>
              <a:gd name="connsiteY6" fmla="*/ 4241195 h 6923310"/>
              <a:gd name="connsiteX0" fmla="*/ 39562 w 12256930"/>
              <a:gd name="connsiteY0" fmla="*/ 4241195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39562 w 12256930"/>
              <a:gd name="connsiteY6" fmla="*/ 4241195 h 6923310"/>
              <a:gd name="connsiteX0" fmla="*/ 20901 w 12256930"/>
              <a:gd name="connsiteY0" fmla="*/ 4222533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20901 w 12256930"/>
              <a:gd name="connsiteY6" fmla="*/ 4222533 h 6923310"/>
              <a:gd name="connsiteX0" fmla="*/ 11570 w 12256930"/>
              <a:gd name="connsiteY0" fmla="*/ 4213202 h 6923310"/>
              <a:gd name="connsiteX1" fmla="*/ 0 w 12256930"/>
              <a:gd name="connsiteY1" fmla="*/ 18661 h 6923310"/>
              <a:gd name="connsiteX2" fmla="*/ 8326072 w 12256930"/>
              <a:gd name="connsiteY2" fmla="*/ 0 h 6923310"/>
              <a:gd name="connsiteX3" fmla="*/ 12252826 w 12256930"/>
              <a:gd name="connsiteY3" fmla="*/ 3475651 h 6923310"/>
              <a:gd name="connsiteX4" fmla="*/ 12256744 w 12256930"/>
              <a:gd name="connsiteY4" fmla="*/ 6923310 h 6923310"/>
              <a:gd name="connsiteX5" fmla="*/ 3022546 w 12256930"/>
              <a:gd name="connsiteY5" fmla="*/ 6922008 h 6923310"/>
              <a:gd name="connsiteX6" fmla="*/ 11570 w 12256930"/>
              <a:gd name="connsiteY6" fmla="*/ 4213202 h 6923310"/>
              <a:gd name="connsiteX0" fmla="*/ 20901 w 12266261"/>
              <a:gd name="connsiteY0" fmla="*/ 422253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20901 w 12266261"/>
              <a:gd name="connsiteY6" fmla="*/ 422253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31877 w 12266261"/>
              <a:gd name="connsiteY5" fmla="*/ 6931339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22546 w 12266261"/>
              <a:gd name="connsiteY5" fmla="*/ 6866025 h 6932641"/>
              <a:gd name="connsiteX6" fmla="*/ 11571 w 12266261"/>
              <a:gd name="connsiteY6" fmla="*/ 4231863 h 6932641"/>
              <a:gd name="connsiteX0" fmla="*/ 11571 w 12266261"/>
              <a:gd name="connsiteY0" fmla="*/ 4231863 h 6932641"/>
              <a:gd name="connsiteX1" fmla="*/ 0 w 12266261"/>
              <a:gd name="connsiteY1" fmla="*/ 0 h 6932641"/>
              <a:gd name="connsiteX2" fmla="*/ 8335403 w 12266261"/>
              <a:gd name="connsiteY2" fmla="*/ 9331 h 6932641"/>
              <a:gd name="connsiteX3" fmla="*/ 12262157 w 12266261"/>
              <a:gd name="connsiteY3" fmla="*/ 3484982 h 6932641"/>
              <a:gd name="connsiteX4" fmla="*/ 12266075 w 12266261"/>
              <a:gd name="connsiteY4" fmla="*/ 6932641 h 6932641"/>
              <a:gd name="connsiteX5" fmla="*/ 3022546 w 12266261"/>
              <a:gd name="connsiteY5" fmla="*/ 6866025 h 6932641"/>
              <a:gd name="connsiteX6" fmla="*/ 11571 w 12266261"/>
              <a:gd name="connsiteY6" fmla="*/ 4231863 h 6932641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62157"/>
              <a:gd name="connsiteY0" fmla="*/ 4231863 h 6876658"/>
              <a:gd name="connsiteX1" fmla="*/ 0 w 12262157"/>
              <a:gd name="connsiteY1" fmla="*/ 0 h 6876658"/>
              <a:gd name="connsiteX2" fmla="*/ 8335403 w 12262157"/>
              <a:gd name="connsiteY2" fmla="*/ 9331 h 6876658"/>
              <a:gd name="connsiteX3" fmla="*/ 12262157 w 12262157"/>
              <a:gd name="connsiteY3" fmla="*/ 3484982 h 6876658"/>
              <a:gd name="connsiteX4" fmla="*/ 12210092 w 12262157"/>
              <a:gd name="connsiteY4" fmla="*/ 6876658 h 6876658"/>
              <a:gd name="connsiteX5" fmla="*/ 3022546 w 12262157"/>
              <a:gd name="connsiteY5" fmla="*/ 6866025 h 6876658"/>
              <a:gd name="connsiteX6" fmla="*/ 11571 w 12262157"/>
              <a:gd name="connsiteY6" fmla="*/ 4231863 h 6876658"/>
              <a:gd name="connsiteX0" fmla="*/ 11571 w 12210092"/>
              <a:gd name="connsiteY0" fmla="*/ 4231863 h 6876658"/>
              <a:gd name="connsiteX1" fmla="*/ 0 w 12210092"/>
              <a:gd name="connsiteY1" fmla="*/ 0 h 6876658"/>
              <a:gd name="connsiteX2" fmla="*/ 8335403 w 12210092"/>
              <a:gd name="connsiteY2" fmla="*/ 9331 h 6876658"/>
              <a:gd name="connsiteX3" fmla="*/ 12206173 w 12210092"/>
              <a:gd name="connsiteY3" fmla="*/ 3503643 h 6876658"/>
              <a:gd name="connsiteX4" fmla="*/ 12210092 w 12210092"/>
              <a:gd name="connsiteY4" fmla="*/ 6876658 h 6876658"/>
              <a:gd name="connsiteX5" fmla="*/ 3022546 w 12210092"/>
              <a:gd name="connsiteY5" fmla="*/ 6866025 h 6876658"/>
              <a:gd name="connsiteX6" fmla="*/ 11571 w 12210092"/>
              <a:gd name="connsiteY6" fmla="*/ 4231863 h 6876658"/>
              <a:gd name="connsiteX0" fmla="*/ 11571 w 12210092"/>
              <a:gd name="connsiteY0" fmla="*/ 4231863 h 6876658"/>
              <a:gd name="connsiteX1" fmla="*/ 0 w 12210092"/>
              <a:gd name="connsiteY1" fmla="*/ 0 h 6876658"/>
              <a:gd name="connsiteX2" fmla="*/ 8335403 w 12210092"/>
              <a:gd name="connsiteY2" fmla="*/ 9331 h 6876658"/>
              <a:gd name="connsiteX3" fmla="*/ 12206173 w 12210092"/>
              <a:gd name="connsiteY3" fmla="*/ 3503643 h 6876658"/>
              <a:gd name="connsiteX4" fmla="*/ 12210092 w 12210092"/>
              <a:gd name="connsiteY4" fmla="*/ 6876658 h 6876658"/>
              <a:gd name="connsiteX5" fmla="*/ 3022546 w 12210092"/>
              <a:gd name="connsiteY5" fmla="*/ 6866025 h 6876658"/>
              <a:gd name="connsiteX6" fmla="*/ 11571 w 12210092"/>
              <a:gd name="connsiteY6" fmla="*/ 4231863 h 6876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0092" h="6876658">
                <a:moveTo>
                  <a:pt x="11571" y="4231863"/>
                </a:moveTo>
                <a:cubicBezTo>
                  <a:pt x="7715" y="4233275"/>
                  <a:pt x="3857" y="1398181"/>
                  <a:pt x="0" y="0"/>
                </a:cubicBezTo>
                <a:lnTo>
                  <a:pt x="8335403" y="9331"/>
                </a:lnTo>
                <a:lnTo>
                  <a:pt x="12206173" y="3503643"/>
                </a:lnTo>
                <a:cubicBezTo>
                  <a:pt x="12204803" y="5458405"/>
                  <a:pt x="12192801" y="6862663"/>
                  <a:pt x="12210092" y="6876658"/>
                </a:cubicBezTo>
                <a:cubicBezTo>
                  <a:pt x="12198687" y="6873114"/>
                  <a:pt x="6085061" y="6869569"/>
                  <a:pt x="3022546" y="6866025"/>
                </a:cubicBezTo>
                <a:lnTo>
                  <a:pt x="11571" y="4231863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670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 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AB4388-8C4C-428C-B999-2D3E0D30617A}"/>
              </a:ext>
            </a:extLst>
          </p:cNvPr>
          <p:cNvSpPr/>
          <p:nvPr userDrawn="1"/>
        </p:nvSpPr>
        <p:spPr>
          <a:xfrm>
            <a:off x="6310489" y="3005801"/>
            <a:ext cx="5881624" cy="93924"/>
          </a:xfrm>
          <a:prstGeom prst="roundRect">
            <a:avLst/>
          </a:prstGeom>
          <a:solidFill>
            <a:srgbClr val="12ACD6"/>
          </a:solidFill>
          <a:ln>
            <a:solidFill>
              <a:srgbClr val="12AC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886A65-5225-4769-874B-1F8748A4D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495" y="1651183"/>
            <a:ext cx="5629334" cy="135461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42D7-88DA-4F0D-9D42-527F38C6D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9495" y="3301023"/>
            <a:ext cx="5629334" cy="2685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DF95F-8AAD-4979-A9DF-54DEDB85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5169-114B-450F-B8CD-E28500AA8F3D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C926A-ED4A-421C-8C17-9BCEA1FC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F07A9-B6A9-4497-B201-91C8FD2C6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57B32-FB64-4B29-88BC-CE42DC2336B9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872960F9-381B-0C44-B615-263999835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3082" y="1552540"/>
            <a:ext cx="4320000" cy="43200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69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 Custom layout -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E7F4-7361-4B5C-8418-C1892337E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96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3B709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6C1BA-63E5-4D06-A601-D7BA1388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76F28-7BD0-4666-96D1-F691A2043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57B8B-B6AB-4F96-A73A-EDCC8A9C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85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1F0983-2269-6048-BF84-9EB92DBC7923}"/>
              </a:ext>
            </a:extLst>
          </p:cNvPr>
          <p:cNvSpPr/>
          <p:nvPr userDrawn="1"/>
        </p:nvSpPr>
        <p:spPr>
          <a:xfrm>
            <a:off x="0" y="0"/>
            <a:ext cx="12192000" cy="1158949"/>
          </a:xfrm>
          <a:prstGeom prst="rect">
            <a:avLst/>
          </a:prstGeom>
          <a:solidFill>
            <a:srgbClr val="3B70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603F7-5DDA-4B71-8C3D-8AA5170FA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0366-2692-44AB-BAC7-4B2C98C5E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65A0-48F9-4B0C-BE10-81F87DCBD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11FD-4FA8-4FB0-9590-5D28EDFE8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F69E43D9-5FF5-8743-90CA-D2344768B7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619" y="5664667"/>
            <a:ext cx="1362916" cy="938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E2E74D-F675-864B-9ABD-BC04F8EAA34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289" y="6356350"/>
            <a:ext cx="2090092" cy="2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4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34" r:id="rId3"/>
    <p:sldLayoutId id="2147483741" r:id="rId4"/>
    <p:sldLayoutId id="2147483717" r:id="rId5"/>
    <p:sldLayoutId id="2147483718" r:id="rId6"/>
    <p:sldLayoutId id="2147483719" r:id="rId7"/>
    <p:sldLayoutId id="214748372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603F7-5DDA-4B71-8C3D-8AA5170FA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0366-2692-44AB-BAC7-4B2C98C5E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1BA38-CC0A-451E-9A7A-31992F8712B3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665A0-48F9-4B0C-BE10-81F87DCBD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C11FD-4FA8-4FB0-9590-5D28EDFE8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F2E9F-D07C-4586-87E7-C97775991B94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F69E43D9-5FF5-8743-90CA-D2344768B700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619" y="5664667"/>
            <a:ext cx="1362916" cy="9380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E2E74D-F675-864B-9ABD-BC04F8EAA34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289" y="6356350"/>
            <a:ext cx="2090092" cy="2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5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3CA2AD7-0E93-1D4E-A1DA-49402134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182" y="3259703"/>
            <a:ext cx="6336270" cy="1325563"/>
          </a:xfrm>
        </p:spPr>
        <p:txBody>
          <a:bodyPr/>
          <a:lstStyle/>
          <a:p>
            <a:r>
              <a:rPr lang="en-US" sz="4000" dirty="0"/>
              <a:t>Business Management Meeting</a:t>
            </a:r>
          </a:p>
        </p:txBody>
      </p:sp>
      <p:pic>
        <p:nvPicPr>
          <p:cNvPr id="3" name="Picture Placeholder 2" descr="A picture containing indoor, counter&#10;&#10;Description automatically generated">
            <a:extLst>
              <a:ext uri="{FF2B5EF4-FFF2-40B4-BE49-F238E27FC236}">
                <a16:creationId xmlns:a16="http://schemas.microsoft.com/office/drawing/2014/main" id="{98D184F1-535C-4542-A1A6-9616215F232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96" r="16196"/>
          <a:stretch>
            <a:fillRect/>
          </a:stretch>
        </p:blipFill>
        <p:spPr/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CBEA57-0C6F-8A41-9BC1-CFB4AA929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360" y="6356350"/>
            <a:ext cx="2090092" cy="2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CBE7F9-B56B-FD4D-B71C-52BC582C2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264667"/>
            <a:ext cx="10515600" cy="712559"/>
          </a:xfrm>
          <a:noFill/>
          <a:ln>
            <a:noFill/>
          </a:ln>
        </p:spPr>
        <p:txBody>
          <a:bodyPr/>
          <a:lstStyle/>
          <a:p>
            <a:r>
              <a:rPr lang="en-GB" b="0" dirty="0">
                <a:solidFill>
                  <a:schemeClr val="bg1"/>
                </a:solidFill>
              </a:rPr>
              <a:t>SOFT Analysis – Scientific Support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1A3532F-E368-42D7-A4EE-A73C77A5E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340037"/>
              </p:ext>
            </p:extLst>
          </p:nvPr>
        </p:nvGraphicFramePr>
        <p:xfrm>
          <a:off x="1264023" y="1237129"/>
          <a:ext cx="9678958" cy="4979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479">
                  <a:extLst>
                    <a:ext uri="{9D8B030D-6E8A-4147-A177-3AD203B41FA5}">
                      <a16:colId xmlns:a16="http://schemas.microsoft.com/office/drawing/2014/main" val="3898061528"/>
                    </a:ext>
                  </a:extLst>
                </a:gridCol>
                <a:gridCol w="4839479">
                  <a:extLst>
                    <a:ext uri="{9D8B030D-6E8A-4147-A177-3AD203B41FA5}">
                      <a16:colId xmlns:a16="http://schemas.microsoft.com/office/drawing/2014/main" val="3271325732"/>
                    </a:ext>
                  </a:extLst>
                </a:gridCol>
              </a:tblGrid>
              <a:tr h="251011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Successes</a:t>
                      </a:r>
                    </a:p>
                    <a:p>
                      <a:endParaRPr lang="en-GB" b="0" dirty="0">
                        <a:solidFill>
                          <a:srgbClr val="3B709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Handover from Data Leads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Training on the Core lab operations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Project: RDC (Presented in the DQA meeting)</a:t>
                      </a:r>
                    </a:p>
                    <a:p>
                      <a:pPr marL="742950" lvl="1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GB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Sample Contamination Analysis based on the DNA purity and Yield</a:t>
                      </a:r>
                      <a:endParaRPr lang="en-GB" b="0" dirty="0">
                        <a:solidFill>
                          <a:srgbClr val="3B709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Failures</a:t>
                      </a:r>
                    </a:p>
                    <a:p>
                      <a:endParaRPr lang="en-GB" b="0" dirty="0">
                        <a:solidFill>
                          <a:srgbClr val="3B709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209969"/>
                  </a:ext>
                </a:extLst>
              </a:tr>
              <a:tr h="2469777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Opportunities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Setup Project board in JIRA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Setup Document Management in Git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Training the team on JIRA and Git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Analysis of Core projects based on the priorities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FFC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Threats (Risk)</a:t>
                      </a:r>
                    </a:p>
                    <a:p>
                      <a:endParaRPr lang="en-GB" dirty="0">
                        <a:solidFill>
                          <a:srgbClr val="3B7092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communication protocol needs to setup between the Core and the Scientific Support team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111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29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6CBE7F9-B56B-FD4D-B71C-52BC582C2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83" y="264667"/>
            <a:ext cx="10515600" cy="712559"/>
          </a:xfrm>
          <a:noFill/>
          <a:ln>
            <a:noFill/>
          </a:ln>
        </p:spPr>
        <p:txBody>
          <a:bodyPr/>
          <a:lstStyle/>
          <a:p>
            <a:r>
              <a:rPr lang="en-GB" b="0" dirty="0">
                <a:solidFill>
                  <a:schemeClr val="bg1"/>
                </a:solidFill>
              </a:rPr>
              <a:t>Key Objectives </a:t>
            </a:r>
          </a:p>
        </p:txBody>
      </p:sp>
    </p:spTree>
    <p:extLst>
      <p:ext uri="{BB962C8B-B14F-4D97-AF65-F5344CB8AC3E}">
        <p14:creationId xmlns:p14="http://schemas.microsoft.com/office/powerpoint/2010/main" val="628612323"/>
      </p:ext>
    </p:extLst>
  </p:cSld>
  <p:clrMapOvr>
    <a:masterClrMapping/>
  </p:clrMapOvr>
</p:sld>
</file>

<file path=ppt/theme/theme1.xml><?xml version="1.0" encoding="utf-8"?>
<a:theme xmlns:a="http://schemas.openxmlformats.org/drawingml/2006/main" name="1_BIOCENTRE MASTER_WITH LOG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BIOCENTRE MASTER_WITH LOG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</TotalTime>
  <Words>87</Words>
  <Application>Microsoft Office PowerPoint</Application>
  <PresentationFormat>Widescreen</PresentationFormat>
  <Paragraphs>19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Wingdings</vt:lpstr>
      <vt:lpstr>1_BIOCENTRE MASTER_WITH LOGOS</vt:lpstr>
      <vt:lpstr>2_BIOCENTRE MASTER_WITH LOGOS</vt:lpstr>
      <vt:lpstr>Business Management Meeting</vt:lpstr>
      <vt:lpstr>SOFT Analysis – Scientific Support</vt:lpstr>
      <vt:lpstr>Key Objectives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Jenny Mawee</dc:creator>
  <cp:lastModifiedBy>Hemasundary Ramasamy</cp:lastModifiedBy>
  <cp:revision>91</cp:revision>
  <dcterms:created xsi:type="dcterms:W3CDTF">2021-01-21T19:30:30Z</dcterms:created>
  <dcterms:modified xsi:type="dcterms:W3CDTF">2022-04-07T08:55:14Z</dcterms:modified>
</cp:coreProperties>
</file>