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7E2C7B-C582-4A38-91AD-4BAD146B97E8}" v="34" dt="2022-04-28T13:01:19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7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9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sundary Ramasamy" userId="32466fd7-10da-4b50-b010-1469a156c209" providerId="ADAL" clId="{B17E2C7B-C582-4A38-91AD-4BAD146B97E8}"/>
    <pc:docChg chg="undo custSel addSld delSld modSld">
      <pc:chgData name="Hemasundary Ramasamy" userId="32466fd7-10da-4b50-b010-1469a156c209" providerId="ADAL" clId="{B17E2C7B-C582-4A38-91AD-4BAD146B97E8}" dt="2022-04-28T13:55:44.775" v="1780" actId="20577"/>
      <pc:docMkLst>
        <pc:docMk/>
      </pc:docMkLst>
      <pc:sldChg chg="del">
        <pc:chgData name="Hemasundary Ramasamy" userId="32466fd7-10da-4b50-b010-1469a156c209" providerId="ADAL" clId="{B17E2C7B-C582-4A38-91AD-4BAD146B97E8}" dt="2022-04-28T09:24:51.723" v="1274" actId="2696"/>
        <pc:sldMkLst>
          <pc:docMk/>
          <pc:sldMk cId="3365342448" sldId="256"/>
        </pc:sldMkLst>
      </pc:sldChg>
      <pc:sldChg chg="addSp delSp modSp mod">
        <pc:chgData name="Hemasundary Ramasamy" userId="32466fd7-10da-4b50-b010-1469a156c209" providerId="ADAL" clId="{B17E2C7B-C582-4A38-91AD-4BAD146B97E8}" dt="2022-04-28T13:55:44.775" v="1780" actId="20577"/>
        <pc:sldMkLst>
          <pc:docMk/>
          <pc:sldMk cId="3993005596" sldId="257"/>
        </pc:sldMkLst>
        <pc:spChg chg="mod">
          <ac:chgData name="Hemasundary Ramasamy" userId="32466fd7-10da-4b50-b010-1469a156c209" providerId="ADAL" clId="{B17E2C7B-C582-4A38-91AD-4BAD146B97E8}" dt="2022-04-28T08:29:05.701" v="644" actId="2711"/>
          <ac:spMkLst>
            <pc:docMk/>
            <pc:sldMk cId="3993005596" sldId="257"/>
            <ac:spMk id="3" creationId="{80158BC9-DE3E-4C20-920F-4072A4FBAA46}"/>
          </ac:spMkLst>
        </pc:spChg>
        <pc:graphicFrameChg chg="mod modGraphic">
          <ac:chgData name="Hemasundary Ramasamy" userId="32466fd7-10da-4b50-b010-1469a156c209" providerId="ADAL" clId="{B17E2C7B-C582-4A38-91AD-4BAD146B97E8}" dt="2022-04-28T13:55:44.775" v="1780" actId="20577"/>
          <ac:graphicFrameMkLst>
            <pc:docMk/>
            <pc:sldMk cId="3993005596" sldId="257"/>
            <ac:graphicFrameMk id="6" creationId="{8AF232AB-77F6-4B79-9EE9-1D6721C7967E}"/>
          </ac:graphicFrameMkLst>
        </pc:graphicFrameChg>
        <pc:picChg chg="add mod">
          <ac:chgData name="Hemasundary Ramasamy" userId="32466fd7-10da-4b50-b010-1469a156c209" providerId="ADAL" clId="{B17E2C7B-C582-4A38-91AD-4BAD146B97E8}" dt="2022-04-28T12:45:42.474" v="1722" actId="1076"/>
          <ac:picMkLst>
            <pc:docMk/>
            <pc:sldMk cId="3993005596" sldId="257"/>
            <ac:picMk id="4" creationId="{5781651A-63C9-4E3C-A574-91A16DE9C347}"/>
          </ac:picMkLst>
        </pc:picChg>
        <pc:picChg chg="mod">
          <ac:chgData name="Hemasundary Ramasamy" userId="32466fd7-10da-4b50-b010-1469a156c209" providerId="ADAL" clId="{B17E2C7B-C582-4A38-91AD-4BAD146B97E8}" dt="2022-04-28T08:06:02.628" v="135" actId="14100"/>
          <ac:picMkLst>
            <pc:docMk/>
            <pc:sldMk cId="3993005596" sldId="257"/>
            <ac:picMk id="7" creationId="{E2595C0A-98D8-4186-B02B-5E811168C91B}"/>
          </ac:picMkLst>
        </pc:picChg>
        <pc:picChg chg="mod">
          <ac:chgData name="Hemasundary Ramasamy" userId="32466fd7-10da-4b50-b010-1469a156c209" providerId="ADAL" clId="{B17E2C7B-C582-4A38-91AD-4BAD146B97E8}" dt="2022-04-28T08:05:57.020" v="133" actId="14100"/>
          <ac:picMkLst>
            <pc:docMk/>
            <pc:sldMk cId="3993005596" sldId="257"/>
            <ac:picMk id="8" creationId="{FD7FF2A2-3F12-425E-92D7-619784A20875}"/>
          </ac:picMkLst>
        </pc:picChg>
        <pc:picChg chg="mod">
          <ac:chgData name="Hemasundary Ramasamy" userId="32466fd7-10da-4b50-b010-1469a156c209" providerId="ADAL" clId="{B17E2C7B-C582-4A38-91AD-4BAD146B97E8}" dt="2022-04-28T08:05:54.540" v="132" actId="14100"/>
          <ac:picMkLst>
            <pc:docMk/>
            <pc:sldMk cId="3993005596" sldId="257"/>
            <ac:picMk id="9" creationId="{ABD11F4D-19D6-4B7F-86C3-1163C2309F5B}"/>
          </ac:picMkLst>
        </pc:picChg>
        <pc:picChg chg="add mod">
          <ac:chgData name="Hemasundary Ramasamy" userId="32466fd7-10da-4b50-b010-1469a156c209" providerId="ADAL" clId="{B17E2C7B-C582-4A38-91AD-4BAD146B97E8}" dt="2022-04-28T08:06:10.452" v="138" actId="1076"/>
          <ac:picMkLst>
            <pc:docMk/>
            <pc:sldMk cId="3993005596" sldId="257"/>
            <ac:picMk id="10" creationId="{3ED76A51-B9AB-46F5-9D85-BF06C8B96F19}"/>
          </ac:picMkLst>
        </pc:picChg>
        <pc:picChg chg="add mod">
          <ac:chgData name="Hemasundary Ramasamy" userId="32466fd7-10da-4b50-b010-1469a156c209" providerId="ADAL" clId="{B17E2C7B-C582-4A38-91AD-4BAD146B97E8}" dt="2022-04-28T08:06:14.620" v="139" actId="1076"/>
          <ac:picMkLst>
            <pc:docMk/>
            <pc:sldMk cId="3993005596" sldId="257"/>
            <ac:picMk id="11" creationId="{5ED1AA7E-C13C-4C3C-93EF-18DB4F3B09A4}"/>
          </ac:picMkLst>
        </pc:picChg>
        <pc:picChg chg="add del mod">
          <ac:chgData name="Hemasundary Ramasamy" userId="32466fd7-10da-4b50-b010-1469a156c209" providerId="ADAL" clId="{B17E2C7B-C582-4A38-91AD-4BAD146B97E8}" dt="2022-04-28T13:01:18.889" v="1766" actId="478"/>
          <ac:picMkLst>
            <pc:docMk/>
            <pc:sldMk cId="3993005596" sldId="257"/>
            <ac:picMk id="12" creationId="{B844847E-5626-4EAF-995A-03B2E7582176}"/>
          </ac:picMkLst>
        </pc:picChg>
        <pc:picChg chg="add mod">
          <ac:chgData name="Hemasundary Ramasamy" userId="32466fd7-10da-4b50-b010-1469a156c209" providerId="ADAL" clId="{B17E2C7B-C582-4A38-91AD-4BAD146B97E8}" dt="2022-04-28T13:01:45.770" v="1777" actId="14100"/>
          <ac:picMkLst>
            <pc:docMk/>
            <pc:sldMk cId="3993005596" sldId="257"/>
            <ac:picMk id="13" creationId="{9913FFC6-D38E-4E60-90B4-3A27494F7483}"/>
          </ac:picMkLst>
        </pc:picChg>
        <pc:cxnChg chg="add mod">
          <ac:chgData name="Hemasundary Ramasamy" userId="32466fd7-10da-4b50-b010-1469a156c209" providerId="ADAL" clId="{B17E2C7B-C582-4A38-91AD-4BAD146B97E8}" dt="2022-04-28T08:07:16.992" v="159" actId="13822"/>
          <ac:cxnSpMkLst>
            <pc:docMk/>
            <pc:sldMk cId="3993005596" sldId="257"/>
            <ac:cxnSpMk id="14" creationId="{0017B6CF-7312-44B7-97F7-324FE52FD6EB}"/>
          </ac:cxnSpMkLst>
        </pc:cxnChg>
        <pc:cxnChg chg="add mod">
          <ac:chgData name="Hemasundary Ramasamy" userId="32466fd7-10da-4b50-b010-1469a156c209" providerId="ADAL" clId="{B17E2C7B-C582-4A38-91AD-4BAD146B97E8}" dt="2022-04-28T13:01:39.266" v="1775" actId="14100"/>
          <ac:cxnSpMkLst>
            <pc:docMk/>
            <pc:sldMk cId="3993005596" sldId="257"/>
            <ac:cxnSpMk id="16" creationId="{7C773D6E-9658-44CC-8073-488EE7A36419}"/>
          </ac:cxnSpMkLst>
        </pc:cxnChg>
      </pc:sldChg>
      <pc:sldChg chg="addSp delSp modSp add del mod setBg">
        <pc:chgData name="Hemasundary Ramasamy" userId="32466fd7-10da-4b50-b010-1469a156c209" providerId="ADAL" clId="{B17E2C7B-C582-4A38-91AD-4BAD146B97E8}" dt="2022-04-28T08:41:32.321" v="757" actId="47"/>
        <pc:sldMkLst>
          <pc:docMk/>
          <pc:sldMk cId="6606010" sldId="258"/>
        </pc:sldMkLst>
        <pc:spChg chg="mod">
          <ac:chgData name="Hemasundary Ramasamy" userId="32466fd7-10da-4b50-b010-1469a156c209" providerId="ADAL" clId="{B17E2C7B-C582-4A38-91AD-4BAD146B97E8}" dt="2022-04-28T08:40:22.732" v="726" actId="1076"/>
          <ac:spMkLst>
            <pc:docMk/>
            <pc:sldMk cId="6606010" sldId="258"/>
            <ac:spMk id="2" creationId="{67B837CA-A698-46C8-8C23-CA812C23CAEF}"/>
          </ac:spMkLst>
        </pc:spChg>
        <pc:spChg chg="mod">
          <ac:chgData name="Hemasundary Ramasamy" userId="32466fd7-10da-4b50-b010-1469a156c209" providerId="ADAL" clId="{B17E2C7B-C582-4A38-91AD-4BAD146B97E8}" dt="2022-04-28T08:40:14.262" v="724" actId="26606"/>
          <ac:spMkLst>
            <pc:docMk/>
            <pc:sldMk cId="6606010" sldId="258"/>
            <ac:spMk id="3" creationId="{80158BC9-DE3E-4C20-920F-4072A4FBAA46}"/>
          </ac:spMkLst>
        </pc:spChg>
        <pc:spChg chg="add del">
          <ac:chgData name="Hemasundary Ramasamy" userId="32466fd7-10da-4b50-b010-1469a156c209" providerId="ADAL" clId="{B17E2C7B-C582-4A38-91AD-4BAD146B97E8}" dt="2022-04-28T08:39:16.649" v="710" actId="26606"/>
          <ac:spMkLst>
            <pc:docMk/>
            <pc:sldMk cId="6606010" sldId="258"/>
            <ac:spMk id="20" creationId="{2B566528-1B12-4246-9431-5C2D7D081168}"/>
          </ac:spMkLst>
        </pc:spChg>
        <pc:spChg chg="add del">
          <ac:chgData name="Hemasundary Ramasamy" userId="32466fd7-10da-4b50-b010-1469a156c209" providerId="ADAL" clId="{B17E2C7B-C582-4A38-91AD-4BAD146B97E8}" dt="2022-04-28T08:39:33.375" v="716" actId="26606"/>
          <ac:spMkLst>
            <pc:docMk/>
            <pc:sldMk cId="6606010" sldId="258"/>
            <ac:spMk id="24" creationId="{441CF7D6-A660-431A-B0BB-140A0D5556B6}"/>
          </ac:spMkLst>
        </pc:spChg>
        <pc:spChg chg="add del">
          <ac:chgData name="Hemasundary Ramasamy" userId="32466fd7-10da-4b50-b010-1469a156c209" providerId="ADAL" clId="{B17E2C7B-C582-4A38-91AD-4BAD146B97E8}" dt="2022-04-28T08:39:17.990" v="712" actId="26606"/>
          <ac:spMkLst>
            <pc:docMk/>
            <pc:sldMk cId="6606010" sldId="258"/>
            <ac:spMk id="30" creationId="{5E39A796-BE83-48B1-B33F-35C4A32AAB57}"/>
          </ac:spMkLst>
        </pc:spChg>
        <pc:spChg chg="add del">
          <ac:chgData name="Hemasundary Ramasamy" userId="32466fd7-10da-4b50-b010-1469a156c209" providerId="ADAL" clId="{B17E2C7B-C582-4A38-91AD-4BAD146B97E8}" dt="2022-04-28T08:39:17.990" v="712" actId="26606"/>
          <ac:spMkLst>
            <pc:docMk/>
            <pc:sldMk cId="6606010" sldId="258"/>
            <ac:spMk id="31" creationId="{72F84B47-E267-4194-8194-831DB7B5547F}"/>
          </ac:spMkLst>
        </pc:spChg>
        <pc:spChg chg="add del">
          <ac:chgData name="Hemasundary Ramasamy" userId="32466fd7-10da-4b50-b010-1469a156c209" providerId="ADAL" clId="{B17E2C7B-C582-4A38-91AD-4BAD146B97E8}" dt="2022-04-28T08:39:33.375" v="716" actId="26606"/>
          <ac:spMkLst>
            <pc:docMk/>
            <pc:sldMk cId="6606010" sldId="258"/>
            <ac:spMk id="33" creationId="{2550BE34-C2B8-49B8-8519-67A8CAD51AE9}"/>
          </ac:spMkLst>
        </pc:spChg>
        <pc:spChg chg="add del">
          <ac:chgData name="Hemasundary Ramasamy" userId="32466fd7-10da-4b50-b010-1469a156c209" providerId="ADAL" clId="{B17E2C7B-C582-4A38-91AD-4BAD146B97E8}" dt="2022-04-28T08:39:33.375" v="716" actId="26606"/>
          <ac:spMkLst>
            <pc:docMk/>
            <pc:sldMk cId="6606010" sldId="258"/>
            <ac:spMk id="34" creationId="{A7457DD9-5A45-400A-AB4B-4B4EDECA25F1}"/>
          </ac:spMkLst>
        </pc:spChg>
        <pc:spChg chg="add del">
          <ac:chgData name="Hemasundary Ramasamy" userId="32466fd7-10da-4b50-b010-1469a156c209" providerId="ADAL" clId="{B17E2C7B-C582-4A38-91AD-4BAD146B97E8}" dt="2022-04-28T08:39:33.375" v="716" actId="26606"/>
          <ac:spMkLst>
            <pc:docMk/>
            <pc:sldMk cId="6606010" sldId="258"/>
            <ac:spMk id="35" creationId="{0570A85B-3810-4F95-97B0-CBF4CCDB381C}"/>
          </ac:spMkLst>
        </pc:spChg>
        <pc:spChg chg="add del">
          <ac:chgData name="Hemasundary Ramasamy" userId="32466fd7-10da-4b50-b010-1469a156c209" providerId="ADAL" clId="{B17E2C7B-C582-4A38-91AD-4BAD146B97E8}" dt="2022-04-28T08:39:33.337" v="715" actId="26606"/>
          <ac:spMkLst>
            <pc:docMk/>
            <pc:sldMk cId="6606010" sldId="258"/>
            <ac:spMk id="40" creationId="{B5FA7C47-B7C1-4D2E-AB49-ED23BA34BA83}"/>
          </ac:spMkLst>
        </pc:spChg>
        <pc:spChg chg="add del">
          <ac:chgData name="Hemasundary Ramasamy" userId="32466fd7-10da-4b50-b010-1469a156c209" providerId="ADAL" clId="{B17E2C7B-C582-4A38-91AD-4BAD146B97E8}" dt="2022-04-28T08:39:33.337" v="715" actId="26606"/>
          <ac:spMkLst>
            <pc:docMk/>
            <pc:sldMk cId="6606010" sldId="258"/>
            <ac:spMk id="42" creationId="{596EE156-ABF1-4329-A6BA-03B4254E0877}"/>
          </ac:spMkLst>
        </pc:spChg>
        <pc:spChg chg="add del">
          <ac:chgData name="Hemasundary Ramasamy" userId="32466fd7-10da-4b50-b010-1469a156c209" providerId="ADAL" clId="{B17E2C7B-C582-4A38-91AD-4BAD146B97E8}" dt="2022-04-28T08:39:33.337" v="715" actId="26606"/>
          <ac:spMkLst>
            <pc:docMk/>
            <pc:sldMk cId="6606010" sldId="258"/>
            <ac:spMk id="44" creationId="{19B9933F-AAB3-444A-8BB5-9CA194A8BC63}"/>
          </ac:spMkLst>
        </pc:spChg>
        <pc:spChg chg="add del">
          <ac:chgData name="Hemasundary Ramasamy" userId="32466fd7-10da-4b50-b010-1469a156c209" providerId="ADAL" clId="{B17E2C7B-C582-4A38-91AD-4BAD146B97E8}" dt="2022-04-28T08:39:33.337" v="715" actId="26606"/>
          <ac:spMkLst>
            <pc:docMk/>
            <pc:sldMk cId="6606010" sldId="258"/>
            <ac:spMk id="46" creationId="{7D20183A-0B1D-4A1F-89B1-ADBEDBC6E54E}"/>
          </ac:spMkLst>
        </pc:spChg>
        <pc:spChg chg="add del">
          <ac:chgData name="Hemasundary Ramasamy" userId="32466fd7-10da-4b50-b010-1469a156c209" providerId="ADAL" clId="{B17E2C7B-C582-4A38-91AD-4BAD146B97E8}" dt="2022-04-28T08:39:33.337" v="715" actId="26606"/>
          <ac:spMkLst>
            <pc:docMk/>
            <pc:sldMk cId="6606010" sldId="258"/>
            <ac:spMk id="48" creationId="{131031D3-26CD-4214-A9A4-5857EFA15A0C}"/>
          </ac:spMkLst>
        </pc:spChg>
        <pc:spChg chg="add del">
          <ac:chgData name="Hemasundary Ramasamy" userId="32466fd7-10da-4b50-b010-1469a156c209" providerId="ADAL" clId="{B17E2C7B-C582-4A38-91AD-4BAD146B97E8}" dt="2022-04-28T08:40:14.262" v="724" actId="26606"/>
          <ac:spMkLst>
            <pc:docMk/>
            <pc:sldMk cId="6606010" sldId="258"/>
            <ac:spMk id="50" creationId="{2550BE34-C2B8-49B8-8519-67A8CAD51AE9}"/>
          </ac:spMkLst>
        </pc:spChg>
        <pc:spChg chg="add del">
          <ac:chgData name="Hemasundary Ramasamy" userId="32466fd7-10da-4b50-b010-1469a156c209" providerId="ADAL" clId="{B17E2C7B-C582-4A38-91AD-4BAD146B97E8}" dt="2022-04-28T08:40:14.262" v="724" actId="26606"/>
          <ac:spMkLst>
            <pc:docMk/>
            <pc:sldMk cId="6606010" sldId="258"/>
            <ac:spMk id="51" creationId="{A7457DD9-5A45-400A-AB4B-4B4EDECA25F1}"/>
          </ac:spMkLst>
        </pc:spChg>
        <pc:spChg chg="add del">
          <ac:chgData name="Hemasundary Ramasamy" userId="32466fd7-10da-4b50-b010-1469a156c209" providerId="ADAL" clId="{B17E2C7B-C582-4A38-91AD-4BAD146B97E8}" dt="2022-04-28T08:40:14.262" v="724" actId="26606"/>
          <ac:spMkLst>
            <pc:docMk/>
            <pc:sldMk cId="6606010" sldId="258"/>
            <ac:spMk id="52" creationId="{441CF7D6-A660-431A-B0BB-140A0D5556B6}"/>
          </ac:spMkLst>
        </pc:spChg>
        <pc:spChg chg="add del">
          <ac:chgData name="Hemasundary Ramasamy" userId="32466fd7-10da-4b50-b010-1469a156c209" providerId="ADAL" clId="{B17E2C7B-C582-4A38-91AD-4BAD146B97E8}" dt="2022-04-28T08:40:14.262" v="724" actId="26606"/>
          <ac:spMkLst>
            <pc:docMk/>
            <pc:sldMk cId="6606010" sldId="258"/>
            <ac:spMk id="53" creationId="{0570A85B-3810-4F95-97B0-CBF4CCDB381C}"/>
          </ac:spMkLst>
        </pc:spChg>
        <pc:spChg chg="add del">
          <ac:chgData name="Hemasundary Ramasamy" userId="32466fd7-10da-4b50-b010-1469a156c209" providerId="ADAL" clId="{B17E2C7B-C582-4A38-91AD-4BAD146B97E8}" dt="2022-04-28T08:39:51.137" v="719" actId="26606"/>
          <ac:spMkLst>
            <pc:docMk/>
            <pc:sldMk cId="6606010" sldId="258"/>
            <ac:spMk id="58" creationId="{09588DA8-065E-4F6F-8EFD-43104AB2E0CF}"/>
          </ac:spMkLst>
        </pc:spChg>
        <pc:spChg chg="add del">
          <ac:chgData name="Hemasundary Ramasamy" userId="32466fd7-10da-4b50-b010-1469a156c209" providerId="ADAL" clId="{B17E2C7B-C582-4A38-91AD-4BAD146B97E8}" dt="2022-04-28T08:39:51.137" v="719" actId="26606"/>
          <ac:spMkLst>
            <pc:docMk/>
            <pc:sldMk cId="6606010" sldId="258"/>
            <ac:spMk id="60" creationId="{C4285719-470E-454C-AF62-8323075F1F5B}"/>
          </ac:spMkLst>
        </pc:spChg>
        <pc:spChg chg="add del">
          <ac:chgData name="Hemasundary Ramasamy" userId="32466fd7-10da-4b50-b010-1469a156c209" providerId="ADAL" clId="{B17E2C7B-C582-4A38-91AD-4BAD146B97E8}" dt="2022-04-28T08:39:51.137" v="719" actId="26606"/>
          <ac:spMkLst>
            <pc:docMk/>
            <pc:sldMk cId="6606010" sldId="258"/>
            <ac:spMk id="62" creationId="{CD9FE4EF-C4D8-49A0-B2FF-81D8DB7D8A24}"/>
          </ac:spMkLst>
        </pc:spChg>
        <pc:spChg chg="add del">
          <ac:chgData name="Hemasundary Ramasamy" userId="32466fd7-10da-4b50-b010-1469a156c209" providerId="ADAL" clId="{B17E2C7B-C582-4A38-91AD-4BAD146B97E8}" dt="2022-04-28T08:39:51.137" v="719" actId="26606"/>
          <ac:spMkLst>
            <pc:docMk/>
            <pc:sldMk cId="6606010" sldId="258"/>
            <ac:spMk id="64" creationId="{4300840D-0A0B-4512-BACA-B439D5B9C57C}"/>
          </ac:spMkLst>
        </pc:spChg>
        <pc:spChg chg="add del">
          <ac:chgData name="Hemasundary Ramasamy" userId="32466fd7-10da-4b50-b010-1469a156c209" providerId="ADAL" clId="{B17E2C7B-C582-4A38-91AD-4BAD146B97E8}" dt="2022-04-28T08:39:51.137" v="719" actId="26606"/>
          <ac:spMkLst>
            <pc:docMk/>
            <pc:sldMk cId="6606010" sldId="258"/>
            <ac:spMk id="66" creationId="{D2B78728-A580-49A7-84F9-6EF6F583ADE0}"/>
          </ac:spMkLst>
        </pc:spChg>
        <pc:spChg chg="add del">
          <ac:chgData name="Hemasundary Ramasamy" userId="32466fd7-10da-4b50-b010-1469a156c209" providerId="ADAL" clId="{B17E2C7B-C582-4A38-91AD-4BAD146B97E8}" dt="2022-04-28T08:39:51.137" v="719" actId="26606"/>
          <ac:spMkLst>
            <pc:docMk/>
            <pc:sldMk cId="6606010" sldId="258"/>
            <ac:spMk id="68" creationId="{38FAA1A1-D861-433F-88FA-1E9D6FD31D11}"/>
          </ac:spMkLst>
        </pc:spChg>
        <pc:spChg chg="add del">
          <ac:chgData name="Hemasundary Ramasamy" userId="32466fd7-10da-4b50-b010-1469a156c209" providerId="ADAL" clId="{B17E2C7B-C582-4A38-91AD-4BAD146B97E8}" dt="2022-04-28T08:39:51.137" v="719" actId="26606"/>
          <ac:spMkLst>
            <pc:docMk/>
            <pc:sldMk cId="6606010" sldId="258"/>
            <ac:spMk id="70" creationId="{8D71EDA1-87BF-4D5D-AB79-F346FD19278A}"/>
          </ac:spMkLst>
        </pc:spChg>
        <pc:spChg chg="add del">
          <ac:chgData name="Hemasundary Ramasamy" userId="32466fd7-10da-4b50-b010-1469a156c209" providerId="ADAL" clId="{B17E2C7B-C582-4A38-91AD-4BAD146B97E8}" dt="2022-04-28T08:39:54.475" v="721" actId="26606"/>
          <ac:spMkLst>
            <pc:docMk/>
            <pc:sldMk cId="6606010" sldId="258"/>
            <ac:spMk id="72" creationId="{DAF1966E-FD40-4A4A-B61B-C4DF7FA05F06}"/>
          </ac:spMkLst>
        </pc:spChg>
        <pc:spChg chg="add del">
          <ac:chgData name="Hemasundary Ramasamy" userId="32466fd7-10da-4b50-b010-1469a156c209" providerId="ADAL" clId="{B17E2C7B-C582-4A38-91AD-4BAD146B97E8}" dt="2022-04-28T08:39:54.475" v="721" actId="26606"/>
          <ac:spMkLst>
            <pc:docMk/>
            <pc:sldMk cId="6606010" sldId="258"/>
            <ac:spMk id="73" creationId="{047BFA19-D45E-416B-A404-7AF2F3F27017}"/>
          </ac:spMkLst>
        </pc:spChg>
        <pc:spChg chg="add del">
          <ac:chgData name="Hemasundary Ramasamy" userId="32466fd7-10da-4b50-b010-1469a156c209" providerId="ADAL" clId="{B17E2C7B-C582-4A38-91AD-4BAD146B97E8}" dt="2022-04-28T08:39:54.475" v="721" actId="26606"/>
          <ac:spMkLst>
            <pc:docMk/>
            <pc:sldMk cId="6606010" sldId="258"/>
            <ac:spMk id="74" creationId="{8E0105E7-23DB-4CF2-8258-FF47C7620F6E}"/>
          </ac:spMkLst>
        </pc:spChg>
        <pc:spChg chg="add del">
          <ac:chgData name="Hemasundary Ramasamy" userId="32466fd7-10da-4b50-b010-1469a156c209" providerId="ADAL" clId="{B17E2C7B-C582-4A38-91AD-4BAD146B97E8}" dt="2022-04-28T08:39:54.475" v="721" actId="26606"/>
          <ac:spMkLst>
            <pc:docMk/>
            <pc:sldMk cId="6606010" sldId="258"/>
            <ac:spMk id="75" creationId="{074B4F7D-14B2-478B-8BF5-01E4E0C5D263}"/>
          </ac:spMkLst>
        </pc:spChg>
        <pc:spChg chg="add del">
          <ac:chgData name="Hemasundary Ramasamy" userId="32466fd7-10da-4b50-b010-1469a156c209" providerId="ADAL" clId="{B17E2C7B-C582-4A38-91AD-4BAD146B97E8}" dt="2022-04-28T08:40:14.242" v="723" actId="26606"/>
          <ac:spMkLst>
            <pc:docMk/>
            <pc:sldMk cId="6606010" sldId="258"/>
            <ac:spMk id="77" creationId="{09588DA8-065E-4F6F-8EFD-43104AB2E0CF}"/>
          </ac:spMkLst>
        </pc:spChg>
        <pc:spChg chg="add del">
          <ac:chgData name="Hemasundary Ramasamy" userId="32466fd7-10da-4b50-b010-1469a156c209" providerId="ADAL" clId="{B17E2C7B-C582-4A38-91AD-4BAD146B97E8}" dt="2022-04-28T08:40:14.242" v="723" actId="26606"/>
          <ac:spMkLst>
            <pc:docMk/>
            <pc:sldMk cId="6606010" sldId="258"/>
            <ac:spMk id="78" creationId="{C4285719-470E-454C-AF62-8323075F1F5B}"/>
          </ac:spMkLst>
        </pc:spChg>
        <pc:spChg chg="add del">
          <ac:chgData name="Hemasundary Ramasamy" userId="32466fd7-10da-4b50-b010-1469a156c209" providerId="ADAL" clId="{B17E2C7B-C582-4A38-91AD-4BAD146B97E8}" dt="2022-04-28T08:40:14.242" v="723" actId="26606"/>
          <ac:spMkLst>
            <pc:docMk/>
            <pc:sldMk cId="6606010" sldId="258"/>
            <ac:spMk id="79" creationId="{CD9FE4EF-C4D8-49A0-B2FF-81D8DB7D8A24}"/>
          </ac:spMkLst>
        </pc:spChg>
        <pc:spChg chg="add del">
          <ac:chgData name="Hemasundary Ramasamy" userId="32466fd7-10da-4b50-b010-1469a156c209" providerId="ADAL" clId="{B17E2C7B-C582-4A38-91AD-4BAD146B97E8}" dt="2022-04-28T08:40:14.242" v="723" actId="26606"/>
          <ac:spMkLst>
            <pc:docMk/>
            <pc:sldMk cId="6606010" sldId="258"/>
            <ac:spMk id="80" creationId="{4300840D-0A0B-4512-BACA-B439D5B9C57C}"/>
          </ac:spMkLst>
        </pc:spChg>
        <pc:spChg chg="add del">
          <ac:chgData name="Hemasundary Ramasamy" userId="32466fd7-10da-4b50-b010-1469a156c209" providerId="ADAL" clId="{B17E2C7B-C582-4A38-91AD-4BAD146B97E8}" dt="2022-04-28T08:40:14.242" v="723" actId="26606"/>
          <ac:spMkLst>
            <pc:docMk/>
            <pc:sldMk cId="6606010" sldId="258"/>
            <ac:spMk id="81" creationId="{D2B78728-A580-49A7-84F9-6EF6F583ADE0}"/>
          </ac:spMkLst>
        </pc:spChg>
        <pc:spChg chg="add del">
          <ac:chgData name="Hemasundary Ramasamy" userId="32466fd7-10da-4b50-b010-1469a156c209" providerId="ADAL" clId="{B17E2C7B-C582-4A38-91AD-4BAD146B97E8}" dt="2022-04-28T08:40:14.242" v="723" actId="26606"/>
          <ac:spMkLst>
            <pc:docMk/>
            <pc:sldMk cId="6606010" sldId="258"/>
            <ac:spMk id="82" creationId="{38FAA1A1-D861-433F-88FA-1E9D6FD31D11}"/>
          </ac:spMkLst>
        </pc:spChg>
        <pc:spChg chg="add del">
          <ac:chgData name="Hemasundary Ramasamy" userId="32466fd7-10da-4b50-b010-1469a156c209" providerId="ADAL" clId="{B17E2C7B-C582-4A38-91AD-4BAD146B97E8}" dt="2022-04-28T08:40:14.242" v="723" actId="26606"/>
          <ac:spMkLst>
            <pc:docMk/>
            <pc:sldMk cId="6606010" sldId="258"/>
            <ac:spMk id="83" creationId="{8D71EDA1-87BF-4D5D-AB79-F346FD19278A}"/>
          </ac:spMkLst>
        </pc:spChg>
        <pc:spChg chg="add">
          <ac:chgData name="Hemasundary Ramasamy" userId="32466fd7-10da-4b50-b010-1469a156c209" providerId="ADAL" clId="{B17E2C7B-C582-4A38-91AD-4BAD146B97E8}" dt="2022-04-28T08:40:14.262" v="724" actId="26606"/>
          <ac:spMkLst>
            <pc:docMk/>
            <pc:sldMk cId="6606010" sldId="258"/>
            <ac:spMk id="85" creationId="{827B839B-9ADE-406B-8590-F1CAEDED45A1}"/>
          </ac:spMkLst>
        </pc:spChg>
        <pc:spChg chg="add">
          <ac:chgData name="Hemasundary Ramasamy" userId="32466fd7-10da-4b50-b010-1469a156c209" providerId="ADAL" clId="{B17E2C7B-C582-4A38-91AD-4BAD146B97E8}" dt="2022-04-28T08:40:14.262" v="724" actId="26606"/>
          <ac:spMkLst>
            <pc:docMk/>
            <pc:sldMk cId="6606010" sldId="258"/>
            <ac:spMk id="86" creationId="{CFE45BF0-46DB-408C-B5F7-7B11716805D4}"/>
          </ac:spMkLst>
        </pc:spChg>
        <pc:spChg chg="add">
          <ac:chgData name="Hemasundary Ramasamy" userId="32466fd7-10da-4b50-b010-1469a156c209" providerId="ADAL" clId="{B17E2C7B-C582-4A38-91AD-4BAD146B97E8}" dt="2022-04-28T08:40:14.262" v="724" actId="26606"/>
          <ac:spMkLst>
            <pc:docMk/>
            <pc:sldMk cId="6606010" sldId="258"/>
            <ac:spMk id="87" creationId="{2AEBC8F2-97B1-41B4-93F1-2D289E197FBA}"/>
          </ac:spMkLst>
        </pc:spChg>
        <pc:spChg chg="add">
          <ac:chgData name="Hemasundary Ramasamy" userId="32466fd7-10da-4b50-b010-1469a156c209" providerId="ADAL" clId="{B17E2C7B-C582-4A38-91AD-4BAD146B97E8}" dt="2022-04-28T08:40:14.262" v="724" actId="26606"/>
          <ac:spMkLst>
            <pc:docMk/>
            <pc:sldMk cId="6606010" sldId="258"/>
            <ac:spMk id="88" creationId="{472E3A19-F5D5-48FC-BB9C-48C2F68F598B}"/>
          </ac:spMkLst>
        </pc:spChg>
        <pc:spChg chg="add">
          <ac:chgData name="Hemasundary Ramasamy" userId="32466fd7-10da-4b50-b010-1469a156c209" providerId="ADAL" clId="{B17E2C7B-C582-4A38-91AD-4BAD146B97E8}" dt="2022-04-28T08:40:14.262" v="724" actId="26606"/>
          <ac:spMkLst>
            <pc:docMk/>
            <pc:sldMk cId="6606010" sldId="258"/>
            <ac:spMk id="89" creationId="{7A62E32F-BB65-43A8-8EB5-92346890E549}"/>
          </ac:spMkLst>
        </pc:spChg>
        <pc:spChg chg="add">
          <ac:chgData name="Hemasundary Ramasamy" userId="32466fd7-10da-4b50-b010-1469a156c209" providerId="ADAL" clId="{B17E2C7B-C582-4A38-91AD-4BAD146B97E8}" dt="2022-04-28T08:40:14.262" v="724" actId="26606"/>
          <ac:spMkLst>
            <pc:docMk/>
            <pc:sldMk cId="6606010" sldId="258"/>
            <ac:spMk id="90" creationId="{14E91B64-9FCC-451E-AFB4-A827D6329367}"/>
          </ac:spMkLst>
        </pc:spChg>
        <pc:grpChg chg="add del">
          <ac:chgData name="Hemasundary Ramasamy" userId="32466fd7-10da-4b50-b010-1469a156c209" providerId="ADAL" clId="{B17E2C7B-C582-4A38-91AD-4BAD146B97E8}" dt="2022-04-28T08:39:16.649" v="710" actId="26606"/>
          <ac:grpSpMkLst>
            <pc:docMk/>
            <pc:sldMk cId="6606010" sldId="258"/>
            <ac:grpSpMk id="22" creationId="{828A5161-06F1-46CF-8AD7-844680A59E13}"/>
          </ac:grpSpMkLst>
        </pc:grpChg>
        <pc:grpChg chg="add del">
          <ac:chgData name="Hemasundary Ramasamy" userId="32466fd7-10da-4b50-b010-1469a156c209" providerId="ADAL" clId="{B17E2C7B-C582-4A38-91AD-4BAD146B97E8}" dt="2022-04-28T08:39:16.649" v="710" actId="26606"/>
          <ac:grpSpMkLst>
            <pc:docMk/>
            <pc:sldMk cId="6606010" sldId="258"/>
            <ac:grpSpMk id="26" creationId="{5995D10D-E9C9-47DB-AE7E-801FEF38F5C9}"/>
          </ac:grpSpMkLst>
        </pc:grpChg>
        <pc:graphicFrameChg chg="add del mod">
          <ac:chgData name="Hemasundary Ramasamy" userId="32466fd7-10da-4b50-b010-1469a156c209" providerId="ADAL" clId="{B17E2C7B-C582-4A38-91AD-4BAD146B97E8}" dt="2022-04-28T08:37:45.801" v="686"/>
          <ac:graphicFrameMkLst>
            <pc:docMk/>
            <pc:sldMk cId="6606010" sldId="258"/>
            <ac:graphicFrameMk id="4" creationId="{2EDDDC18-A510-4231-90E3-06165C31C7D1}"/>
          </ac:graphicFrameMkLst>
        </pc:graphicFrameChg>
        <pc:graphicFrameChg chg="add del mod modGraphic">
          <ac:chgData name="Hemasundary Ramasamy" userId="32466fd7-10da-4b50-b010-1469a156c209" providerId="ADAL" clId="{B17E2C7B-C582-4A38-91AD-4BAD146B97E8}" dt="2022-04-28T08:39:03.278" v="702" actId="478"/>
          <ac:graphicFrameMkLst>
            <pc:docMk/>
            <pc:sldMk cId="6606010" sldId="258"/>
            <ac:graphicFrameMk id="5" creationId="{07B9DA01-A1FB-4F22-A244-D16024C2065E}"/>
          </ac:graphicFrameMkLst>
        </pc:graphicFrameChg>
        <pc:graphicFrameChg chg="del modGraphic">
          <ac:chgData name="Hemasundary Ramasamy" userId="32466fd7-10da-4b50-b010-1469a156c209" providerId="ADAL" clId="{B17E2C7B-C582-4A38-91AD-4BAD146B97E8}" dt="2022-04-28T08:37:48.229" v="688" actId="478"/>
          <ac:graphicFrameMkLst>
            <pc:docMk/>
            <pc:sldMk cId="6606010" sldId="258"/>
            <ac:graphicFrameMk id="6" creationId="{8AF232AB-77F6-4B79-9EE9-1D6721C7967E}"/>
          </ac:graphicFrameMkLst>
        </pc:graphicFrameChg>
        <pc:graphicFrameChg chg="add del mod">
          <ac:chgData name="Hemasundary Ramasamy" userId="32466fd7-10da-4b50-b010-1469a156c209" providerId="ADAL" clId="{B17E2C7B-C582-4A38-91AD-4BAD146B97E8}" dt="2022-04-28T08:39:08.332" v="706"/>
          <ac:graphicFrameMkLst>
            <pc:docMk/>
            <pc:sldMk cId="6606010" sldId="258"/>
            <ac:graphicFrameMk id="13" creationId="{684684C2-0954-41C8-9F52-BB4F68698F5E}"/>
          </ac:graphicFrameMkLst>
        </pc:graphicFrameChg>
        <pc:graphicFrameChg chg="add del mod modGraphic">
          <ac:chgData name="Hemasundary Ramasamy" userId="32466fd7-10da-4b50-b010-1469a156c209" providerId="ADAL" clId="{B17E2C7B-C582-4A38-91AD-4BAD146B97E8}" dt="2022-04-28T08:39:43.922" v="717" actId="478"/>
          <ac:graphicFrameMkLst>
            <pc:docMk/>
            <pc:sldMk cId="6606010" sldId="258"/>
            <ac:graphicFrameMk id="15" creationId="{A247182D-0500-4AFC-AF79-82B7DD8B9B41}"/>
          </ac:graphicFrameMkLst>
        </pc:graphicFrameChg>
        <pc:picChg chg="del">
          <ac:chgData name="Hemasundary Ramasamy" userId="32466fd7-10da-4b50-b010-1469a156c209" providerId="ADAL" clId="{B17E2C7B-C582-4A38-91AD-4BAD146B97E8}" dt="2022-04-28T08:31:01.135" v="660" actId="478"/>
          <ac:picMkLst>
            <pc:docMk/>
            <pc:sldMk cId="6606010" sldId="258"/>
            <ac:picMk id="7" creationId="{E2595C0A-98D8-4186-B02B-5E811168C91B}"/>
          </ac:picMkLst>
        </pc:picChg>
        <pc:picChg chg="del">
          <ac:chgData name="Hemasundary Ramasamy" userId="32466fd7-10da-4b50-b010-1469a156c209" providerId="ADAL" clId="{B17E2C7B-C582-4A38-91AD-4BAD146B97E8}" dt="2022-04-28T08:31:01.135" v="660" actId="478"/>
          <ac:picMkLst>
            <pc:docMk/>
            <pc:sldMk cId="6606010" sldId="258"/>
            <ac:picMk id="8" creationId="{FD7FF2A2-3F12-425E-92D7-619784A20875}"/>
          </ac:picMkLst>
        </pc:picChg>
        <pc:picChg chg="del">
          <ac:chgData name="Hemasundary Ramasamy" userId="32466fd7-10da-4b50-b010-1469a156c209" providerId="ADAL" clId="{B17E2C7B-C582-4A38-91AD-4BAD146B97E8}" dt="2022-04-28T08:31:01.135" v="660" actId="478"/>
          <ac:picMkLst>
            <pc:docMk/>
            <pc:sldMk cId="6606010" sldId="258"/>
            <ac:picMk id="9" creationId="{ABD11F4D-19D6-4B7F-86C3-1163C2309F5B}"/>
          </ac:picMkLst>
        </pc:picChg>
        <pc:picChg chg="del">
          <ac:chgData name="Hemasundary Ramasamy" userId="32466fd7-10da-4b50-b010-1469a156c209" providerId="ADAL" clId="{B17E2C7B-C582-4A38-91AD-4BAD146B97E8}" dt="2022-04-28T08:31:01.135" v="660" actId="478"/>
          <ac:picMkLst>
            <pc:docMk/>
            <pc:sldMk cId="6606010" sldId="258"/>
            <ac:picMk id="10" creationId="{3ED76A51-B9AB-46F5-9D85-BF06C8B96F19}"/>
          </ac:picMkLst>
        </pc:picChg>
        <pc:picChg chg="del">
          <ac:chgData name="Hemasundary Ramasamy" userId="32466fd7-10da-4b50-b010-1469a156c209" providerId="ADAL" clId="{B17E2C7B-C582-4A38-91AD-4BAD146B97E8}" dt="2022-04-28T08:31:01.135" v="660" actId="478"/>
          <ac:picMkLst>
            <pc:docMk/>
            <pc:sldMk cId="6606010" sldId="258"/>
            <ac:picMk id="11" creationId="{5ED1AA7E-C13C-4C3C-93EF-18DB4F3B09A4}"/>
          </ac:picMkLst>
        </pc:picChg>
        <pc:picChg chg="del">
          <ac:chgData name="Hemasundary Ramasamy" userId="32466fd7-10da-4b50-b010-1469a156c209" providerId="ADAL" clId="{B17E2C7B-C582-4A38-91AD-4BAD146B97E8}" dt="2022-04-28T08:31:01.135" v="660" actId="478"/>
          <ac:picMkLst>
            <pc:docMk/>
            <pc:sldMk cId="6606010" sldId="258"/>
            <ac:picMk id="12" creationId="{B844847E-5626-4EAF-995A-03B2E7582176}"/>
          </ac:picMkLst>
        </pc:picChg>
        <pc:cxnChg chg="del mod">
          <ac:chgData name="Hemasundary Ramasamy" userId="32466fd7-10da-4b50-b010-1469a156c209" providerId="ADAL" clId="{B17E2C7B-C582-4A38-91AD-4BAD146B97E8}" dt="2022-04-28T08:31:01.135" v="660" actId="478"/>
          <ac:cxnSpMkLst>
            <pc:docMk/>
            <pc:sldMk cId="6606010" sldId="258"/>
            <ac:cxnSpMk id="14" creationId="{0017B6CF-7312-44B7-97F7-324FE52FD6EB}"/>
          </ac:cxnSpMkLst>
        </pc:cxnChg>
        <pc:cxnChg chg="del mod">
          <ac:chgData name="Hemasundary Ramasamy" userId="32466fd7-10da-4b50-b010-1469a156c209" providerId="ADAL" clId="{B17E2C7B-C582-4A38-91AD-4BAD146B97E8}" dt="2022-04-28T08:31:03.069" v="661" actId="478"/>
          <ac:cxnSpMkLst>
            <pc:docMk/>
            <pc:sldMk cId="6606010" sldId="258"/>
            <ac:cxnSpMk id="16" creationId="{7C773D6E-9658-44CC-8073-488EE7A36419}"/>
          </ac:cxnSpMkLst>
        </pc:cxnChg>
      </pc:sldChg>
      <pc:sldChg chg="addSp delSp modSp new del mod">
        <pc:chgData name="Hemasundary Ramasamy" userId="32466fd7-10da-4b50-b010-1469a156c209" providerId="ADAL" clId="{B17E2C7B-C582-4A38-91AD-4BAD146B97E8}" dt="2022-04-28T12:39:38.296" v="1713" actId="47"/>
        <pc:sldMkLst>
          <pc:docMk/>
          <pc:sldMk cId="1687654859" sldId="259"/>
        </pc:sldMkLst>
        <pc:spChg chg="mod">
          <ac:chgData name="Hemasundary Ramasamy" userId="32466fd7-10da-4b50-b010-1469a156c209" providerId="ADAL" clId="{B17E2C7B-C582-4A38-91AD-4BAD146B97E8}" dt="2022-04-28T09:25:10.564" v="1290" actId="404"/>
          <ac:spMkLst>
            <pc:docMk/>
            <pc:sldMk cId="1687654859" sldId="259"/>
            <ac:spMk id="2" creationId="{97C976EF-9BAF-420E-98BA-C8C351C0EC96}"/>
          </ac:spMkLst>
        </pc:spChg>
        <pc:spChg chg="add del mod">
          <ac:chgData name="Hemasundary Ramasamy" userId="32466fd7-10da-4b50-b010-1469a156c209" providerId="ADAL" clId="{B17E2C7B-C582-4A38-91AD-4BAD146B97E8}" dt="2022-04-28T08:40:50.595" v="741"/>
          <ac:spMkLst>
            <pc:docMk/>
            <pc:sldMk cId="1687654859" sldId="259"/>
            <ac:spMk id="3" creationId="{56A421B1-80B8-4B79-8CE9-96C163BDD50A}"/>
          </ac:spMkLst>
        </pc:spChg>
        <pc:spChg chg="add mod">
          <ac:chgData name="Hemasundary Ramasamy" userId="32466fd7-10da-4b50-b010-1469a156c209" providerId="ADAL" clId="{B17E2C7B-C582-4A38-91AD-4BAD146B97E8}" dt="2022-04-28T09:25:56.074" v="1301" actId="6549"/>
          <ac:spMkLst>
            <pc:docMk/>
            <pc:sldMk cId="1687654859" sldId="259"/>
            <ac:spMk id="6" creationId="{2EF49A9D-250E-4452-8DFD-23239E20390F}"/>
          </ac:spMkLst>
        </pc:spChg>
        <pc:graphicFrameChg chg="add del mod">
          <ac:chgData name="Hemasundary Ramasamy" userId="32466fd7-10da-4b50-b010-1469a156c209" providerId="ADAL" clId="{B17E2C7B-C582-4A38-91AD-4BAD146B97E8}" dt="2022-04-28T08:40:50.522" v="740"/>
          <ac:graphicFrameMkLst>
            <pc:docMk/>
            <pc:sldMk cId="1687654859" sldId="259"/>
            <ac:graphicFrameMk id="4" creationId="{D3CC239B-FA71-463D-8E7F-C165FBCB9141}"/>
          </ac:graphicFrameMkLst>
        </pc:graphicFrameChg>
        <pc:graphicFrameChg chg="add mod modGraphic">
          <ac:chgData name="Hemasundary Ramasamy" userId="32466fd7-10da-4b50-b010-1469a156c209" providerId="ADAL" clId="{B17E2C7B-C582-4A38-91AD-4BAD146B97E8}" dt="2022-04-28T09:25:16.616" v="1291" actId="1076"/>
          <ac:graphicFrameMkLst>
            <pc:docMk/>
            <pc:sldMk cId="1687654859" sldId="259"/>
            <ac:graphicFrameMk id="5" creationId="{9402B517-A1F0-4BD4-A65D-281BC8AAC635}"/>
          </ac:graphicFrameMkLst>
        </pc:graphicFrameChg>
        <pc:picChg chg="add mod">
          <ac:chgData name="Hemasundary Ramasamy" userId="32466fd7-10da-4b50-b010-1469a156c209" providerId="ADAL" clId="{B17E2C7B-C582-4A38-91AD-4BAD146B97E8}" dt="2022-04-28T09:25:31.601" v="1297" actId="14100"/>
          <ac:picMkLst>
            <pc:docMk/>
            <pc:sldMk cId="1687654859" sldId="259"/>
            <ac:picMk id="8" creationId="{3CA56177-E793-43BE-8B0F-B072513A2ECE}"/>
          </ac:picMkLst>
        </pc:picChg>
      </pc:sldChg>
      <pc:sldChg chg="addSp delSp modSp new mod">
        <pc:chgData name="Hemasundary Ramasamy" userId="32466fd7-10da-4b50-b010-1469a156c209" providerId="ADAL" clId="{B17E2C7B-C582-4A38-91AD-4BAD146B97E8}" dt="2022-04-28T12:46:06.347" v="1765" actId="1038"/>
        <pc:sldMkLst>
          <pc:docMk/>
          <pc:sldMk cId="3386151329" sldId="260"/>
        </pc:sldMkLst>
        <pc:spChg chg="mod">
          <ac:chgData name="Hemasundary Ramasamy" userId="32466fd7-10da-4b50-b010-1469a156c209" providerId="ADAL" clId="{B17E2C7B-C582-4A38-91AD-4BAD146B97E8}" dt="2022-04-28T12:39:52.875" v="1715" actId="2711"/>
          <ac:spMkLst>
            <pc:docMk/>
            <pc:sldMk cId="3386151329" sldId="260"/>
            <ac:spMk id="2" creationId="{ED941051-DB5C-48EB-8031-A5FE02C88000}"/>
          </ac:spMkLst>
        </pc:spChg>
        <pc:spChg chg="del mod">
          <ac:chgData name="Hemasundary Ramasamy" userId="32466fd7-10da-4b50-b010-1469a156c209" providerId="ADAL" clId="{B17E2C7B-C582-4A38-91AD-4BAD146B97E8}" dt="2022-04-28T12:24:35.195" v="1307"/>
          <ac:spMkLst>
            <pc:docMk/>
            <pc:sldMk cId="3386151329" sldId="260"/>
            <ac:spMk id="3" creationId="{F6549A60-72A5-4B2D-87EE-249DFF84758E}"/>
          </ac:spMkLst>
        </pc:spChg>
        <pc:spChg chg="add mod">
          <ac:chgData name="Hemasundary Ramasamy" userId="32466fd7-10da-4b50-b010-1469a156c209" providerId="ADAL" clId="{B17E2C7B-C582-4A38-91AD-4BAD146B97E8}" dt="2022-04-28T12:37:46.128" v="1680" actId="1076"/>
          <ac:spMkLst>
            <pc:docMk/>
            <pc:sldMk cId="3386151329" sldId="260"/>
            <ac:spMk id="10" creationId="{F062FB98-6FAB-4A98-B219-322F34DEDF52}"/>
          </ac:spMkLst>
        </pc:spChg>
        <pc:spChg chg="add mod">
          <ac:chgData name="Hemasundary Ramasamy" userId="32466fd7-10da-4b50-b010-1469a156c209" providerId="ADAL" clId="{B17E2C7B-C582-4A38-91AD-4BAD146B97E8}" dt="2022-04-28T12:39:25.678" v="1711" actId="2711"/>
          <ac:spMkLst>
            <pc:docMk/>
            <pc:sldMk cId="3386151329" sldId="260"/>
            <ac:spMk id="11" creationId="{B8D11A5C-1A8D-4FE6-A0E4-37D09C788BB8}"/>
          </ac:spMkLst>
        </pc:spChg>
        <pc:spChg chg="add mod">
          <ac:chgData name="Hemasundary Ramasamy" userId="32466fd7-10da-4b50-b010-1469a156c209" providerId="ADAL" clId="{B17E2C7B-C582-4A38-91AD-4BAD146B97E8}" dt="2022-04-28T12:38:12.386" v="1691" actId="1076"/>
          <ac:spMkLst>
            <pc:docMk/>
            <pc:sldMk cId="3386151329" sldId="260"/>
            <ac:spMk id="14" creationId="{69C67A57-C54A-405E-8B1E-97D78A4DA39E}"/>
          </ac:spMkLst>
        </pc:spChg>
        <pc:spChg chg="add mod">
          <ac:chgData name="Hemasundary Ramasamy" userId="32466fd7-10da-4b50-b010-1469a156c209" providerId="ADAL" clId="{B17E2C7B-C582-4A38-91AD-4BAD146B97E8}" dt="2022-04-28T12:39:30.783" v="1712" actId="2711"/>
          <ac:spMkLst>
            <pc:docMk/>
            <pc:sldMk cId="3386151329" sldId="260"/>
            <ac:spMk id="17" creationId="{782C6D29-4E9C-45CC-B5F1-3AE59CFD0120}"/>
          </ac:spMkLst>
        </pc:spChg>
        <pc:graphicFrameChg chg="add mod modGraphic">
          <ac:chgData name="Hemasundary Ramasamy" userId="32466fd7-10da-4b50-b010-1469a156c209" providerId="ADAL" clId="{B17E2C7B-C582-4A38-91AD-4BAD146B97E8}" dt="2022-04-28T12:39:46.060" v="1714" actId="2711"/>
          <ac:graphicFrameMkLst>
            <pc:docMk/>
            <pc:sldMk cId="3386151329" sldId="260"/>
            <ac:graphicFrameMk id="18" creationId="{051157D1-4B5A-42D1-8CA8-6678A9F30BC6}"/>
          </ac:graphicFrameMkLst>
        </pc:graphicFrameChg>
        <pc:picChg chg="add del mod">
          <ac:chgData name="Hemasundary Ramasamy" userId="32466fd7-10da-4b50-b010-1469a156c209" providerId="ADAL" clId="{B17E2C7B-C582-4A38-91AD-4BAD146B97E8}" dt="2022-04-28T12:23:57.444" v="1306" actId="478"/>
          <ac:picMkLst>
            <pc:docMk/>
            <pc:sldMk cId="3386151329" sldId="260"/>
            <ac:picMk id="5" creationId="{01E15F93-4974-4DF4-A9B2-120D94DB66B6}"/>
          </ac:picMkLst>
        </pc:picChg>
        <pc:picChg chg="add mod">
          <ac:chgData name="Hemasundary Ramasamy" userId="32466fd7-10da-4b50-b010-1469a156c209" providerId="ADAL" clId="{B17E2C7B-C582-4A38-91AD-4BAD146B97E8}" dt="2022-04-28T12:38:06.761" v="1689" actId="14100"/>
          <ac:picMkLst>
            <pc:docMk/>
            <pc:sldMk cId="3386151329" sldId="260"/>
            <ac:picMk id="7" creationId="{5460F4D0-88B9-4726-886C-5B619F38400B}"/>
          </ac:picMkLst>
        </pc:picChg>
        <pc:picChg chg="add mod">
          <ac:chgData name="Hemasundary Ramasamy" userId="32466fd7-10da-4b50-b010-1469a156c209" providerId="ADAL" clId="{B17E2C7B-C582-4A38-91AD-4BAD146B97E8}" dt="2022-04-28T12:38:52.122" v="1705" actId="1076"/>
          <ac:picMkLst>
            <pc:docMk/>
            <pc:sldMk cId="3386151329" sldId="260"/>
            <ac:picMk id="9" creationId="{98083E23-2D98-4299-B8C6-DFC12781E23A}"/>
          </ac:picMkLst>
        </pc:picChg>
        <pc:picChg chg="add mod">
          <ac:chgData name="Hemasundary Ramasamy" userId="32466fd7-10da-4b50-b010-1469a156c209" providerId="ADAL" clId="{B17E2C7B-C582-4A38-91AD-4BAD146B97E8}" dt="2022-04-28T12:38:24.874" v="1695" actId="1076"/>
          <ac:picMkLst>
            <pc:docMk/>
            <pc:sldMk cId="3386151329" sldId="260"/>
            <ac:picMk id="13" creationId="{A5DD4962-8641-4B36-9AB1-4B4B9B47A4DF}"/>
          </ac:picMkLst>
        </pc:picChg>
        <pc:picChg chg="add mod">
          <ac:chgData name="Hemasundary Ramasamy" userId="32466fd7-10da-4b50-b010-1469a156c209" providerId="ADAL" clId="{B17E2C7B-C582-4A38-91AD-4BAD146B97E8}" dt="2022-04-28T12:38:39.634" v="1700" actId="14100"/>
          <ac:picMkLst>
            <pc:docMk/>
            <pc:sldMk cId="3386151329" sldId="260"/>
            <ac:picMk id="16" creationId="{37531FD4-F17B-4014-ABF9-C795A3C65510}"/>
          </ac:picMkLst>
        </pc:picChg>
        <pc:picChg chg="add mod">
          <ac:chgData name="Hemasundary Ramasamy" userId="32466fd7-10da-4b50-b010-1469a156c209" providerId="ADAL" clId="{B17E2C7B-C582-4A38-91AD-4BAD146B97E8}" dt="2022-04-28T12:46:06.347" v="1765" actId="1038"/>
          <ac:picMkLst>
            <pc:docMk/>
            <pc:sldMk cId="3386151329" sldId="260"/>
            <ac:picMk id="19" creationId="{7AC71C22-3CC0-434A-9A0D-6C0530593A5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1F086-6E72-45AD-BA8C-B72D2BBFC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2C635-B9CD-460A-AB86-5515FB4C3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994BE-3632-4CE5-A162-C93A348C7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000B-503E-427F-9459-27CEA7B3DF6C}" type="datetimeFigureOut">
              <a:rPr lang="en-GB" smtClean="0"/>
              <a:t>28/04/2022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B291D-288F-47E8-AA4E-6733925C2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41896-1A10-4E0C-ADD8-E83DEBFF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398F-02FF-48D9-8D63-71630F8239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886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3A715-F96F-49ED-A65F-1C5A8C060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C135C-584E-41DB-A3C8-ADCF258A3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94237-AC9C-45BC-9219-4363B8812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000B-503E-427F-9459-27CEA7B3DF6C}" type="datetimeFigureOut">
              <a:rPr lang="en-GB" smtClean="0"/>
              <a:t>28/04/2022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142D1-750B-4D0E-B5F0-3773C371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377FE-6EEA-4967-AB06-B512F40D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398F-02FF-48D9-8D63-71630F8239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566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9B8EA-5CCE-4CAB-94DB-DDDD04F23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1E3AC-484E-43B2-AE0E-74C6457B5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5C9C7-CB08-4077-9D3C-9A84F666B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000B-503E-427F-9459-27CEA7B3DF6C}" type="datetimeFigureOut">
              <a:rPr lang="en-GB" smtClean="0"/>
              <a:t>28/04/2022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AD763-B32D-449C-9102-327ED3ED7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F5AAA-6AF3-448D-890C-7FE175C2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398F-02FF-48D9-8D63-71630F8239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08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E427-1892-4B1D-93C3-6F134CE2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7B726-55B4-447B-9E37-FDF792700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D8952-E1AA-4953-9D91-555094C34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AB0C5-10D0-41B1-804E-9D98644F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000B-503E-427F-9459-27CEA7B3DF6C}" type="datetimeFigureOut">
              <a:rPr lang="en-GB" smtClean="0"/>
              <a:t>28/04/2022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CE7AF-2788-449B-AC84-9A9301239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C1426-DA77-4ADE-97DF-5589BB7C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398F-02FF-48D9-8D63-71630F8239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450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DADC3-4DF2-4AAF-AB5C-01494F283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5A282-19C9-48CD-8CE5-39DCF4987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5C874-C870-4079-A0C6-CBF071CE7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367C3-B4A7-45C7-88B9-B1AE4A1E67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608A6-A644-4AD0-9FDD-9DEB820F5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0B1C75-A514-43D6-ACED-FC602EBC0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000B-503E-427F-9459-27CEA7B3DF6C}" type="datetimeFigureOut">
              <a:rPr lang="en-GB" smtClean="0"/>
              <a:t>28/04/2022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B4DB9E-26BB-47B1-83BB-7EF72AF07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0DA690-8982-4BBE-8FFA-7BD40B129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398F-02FF-48D9-8D63-71630F8239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599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9BE3-5538-4D8E-87C1-A1032F711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193BAF-1601-4183-A2CE-69A0189C4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000B-503E-427F-9459-27CEA7B3DF6C}" type="datetimeFigureOut">
              <a:rPr lang="en-GB" smtClean="0"/>
              <a:t>28/04/2022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7E27E-C3C2-4FB1-91F7-97AC365B1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93282-DCBF-49C4-9259-D17A1CEAF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398F-02FF-48D9-8D63-71630F8239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85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763F5D-FBF2-43D5-B4D3-53560B5C4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000B-503E-427F-9459-27CEA7B3DF6C}" type="datetimeFigureOut">
              <a:rPr lang="en-GB" smtClean="0"/>
              <a:t>28/04/2022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65BED-6711-4059-81AD-EFB6D082F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75A37-CFDF-4331-8667-8D29BCA81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398F-02FF-48D9-8D63-71630F8239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626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52552-2D61-4C7B-9855-2A61EB2C8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89DA9-DB17-4471-BA7C-0CF0A7E54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432DD-0928-4971-89B8-5098F23D7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848D9-9BEC-4D4B-848A-C503E81F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000B-503E-427F-9459-27CEA7B3DF6C}" type="datetimeFigureOut">
              <a:rPr lang="en-GB" smtClean="0"/>
              <a:t>28/04/2022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5FE56-2A21-43EF-BC9B-60B3A54E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670D0-294F-4C4F-AF9E-A034C94B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398F-02FF-48D9-8D63-71630F8239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33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F1521-D00A-4B98-B93B-E8E063D3F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E54B6C-5118-405C-A4F3-0E37203D6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BCF2C-BDDB-47E2-98B3-B771302AA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5A49C-1141-4186-B14A-102EEDA0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000B-503E-427F-9459-27CEA7B3DF6C}" type="datetimeFigureOut">
              <a:rPr lang="en-GB" smtClean="0"/>
              <a:t>28/04/2022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3B656-16A1-42FA-8E90-E815B40B8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A8E83-08B5-4893-816E-338E66011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398F-02FF-48D9-8D63-71630F8239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866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C128E-3DB5-4351-8F3A-0449D068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C3735-13F0-4D1D-A958-5D0778CF4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C99B0-D0A1-4474-80DE-9D2781B86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000B-503E-427F-9459-27CEA7B3DF6C}" type="datetimeFigureOut">
              <a:rPr lang="en-GB" smtClean="0"/>
              <a:t>28/04/2022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63A4D-3056-41BA-9D08-A6FDE2BC3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A9591-7395-4B2F-BC21-166CCCBBA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398F-02FF-48D9-8D63-71630F8239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9050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AF5ADE-4926-4FD0-B8A2-70CFE46275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FFD002-3E8E-46AC-9014-F9D82828C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15C6C-76C5-47F3-B823-8850D6A03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000B-503E-427F-9459-27CEA7B3DF6C}" type="datetimeFigureOut">
              <a:rPr lang="en-GB" smtClean="0"/>
              <a:t>28/04/2022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1D300-EAFE-4875-996E-07BEFDE61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2B6D4-3686-48EC-B652-B2D2E149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D398F-02FF-48D9-8D63-71630F8239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0469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AED2C-E2F1-47E4-B82B-3BAC9418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54BAF-2A4E-435E-9DB0-7609B6456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03937-4BEF-4803-ADAC-4B28CCBA4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8000B-503E-427F-9459-27CEA7B3DF6C}" type="datetimeFigureOut">
              <a:rPr lang="en-GB" smtClean="0"/>
              <a:t>28/04/2022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FAE30-D09B-4469-9D71-26300FE02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7A249-1BB3-4098-8475-07F8FFF8F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D398F-02FF-48D9-8D63-71630F8239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23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37CA-A698-46C8-8C23-CA812C23C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76" y="79580"/>
            <a:ext cx="10574323" cy="446145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Project : Our Future Health (OFH)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58BC9-DE3E-4C20-920F-4072A4FBA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11" y="5571498"/>
            <a:ext cx="12000518" cy="117911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Less number of samples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acceptance criteria for </a:t>
            </a:r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A260/280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A260/230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 Hence performed the analysis with +/- 2 SD.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values in A340 is not good for analysis with SD. This will be done in the next iteration when the acceptance criteria is defined.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samples that are having less purity : 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4015652582, 4015652582 and 4015652581.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F232AB-77F6-4B79-9EE9-1D6721C79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848373"/>
              </p:ext>
            </p:extLst>
          </p:nvPr>
        </p:nvGraphicFramePr>
        <p:xfrm>
          <a:off x="3106677" y="525725"/>
          <a:ext cx="5716310" cy="914620"/>
        </p:xfrm>
        <a:graphic>
          <a:graphicData uri="http://schemas.openxmlformats.org/drawingml/2006/table">
            <a:tbl>
              <a:tblPr/>
              <a:tblGrid>
                <a:gridCol w="1330637">
                  <a:extLst>
                    <a:ext uri="{9D8B030D-6E8A-4147-A177-3AD203B41FA5}">
                      <a16:colId xmlns:a16="http://schemas.microsoft.com/office/drawing/2014/main" val="2254782821"/>
                    </a:ext>
                  </a:extLst>
                </a:gridCol>
                <a:gridCol w="1075197">
                  <a:extLst>
                    <a:ext uri="{9D8B030D-6E8A-4147-A177-3AD203B41FA5}">
                      <a16:colId xmlns:a16="http://schemas.microsoft.com/office/drawing/2014/main" val="781232967"/>
                    </a:ext>
                  </a:extLst>
                </a:gridCol>
                <a:gridCol w="839408">
                  <a:extLst>
                    <a:ext uri="{9D8B030D-6E8A-4147-A177-3AD203B41FA5}">
                      <a16:colId xmlns:a16="http://schemas.microsoft.com/office/drawing/2014/main" val="2891891222"/>
                    </a:ext>
                  </a:extLst>
                </a:gridCol>
                <a:gridCol w="745092">
                  <a:extLst>
                    <a:ext uri="{9D8B030D-6E8A-4147-A177-3AD203B41FA5}">
                      <a16:colId xmlns:a16="http://schemas.microsoft.com/office/drawing/2014/main" val="3289907111"/>
                    </a:ext>
                  </a:extLst>
                </a:gridCol>
                <a:gridCol w="1725976">
                  <a:extLst>
                    <a:ext uri="{9D8B030D-6E8A-4147-A177-3AD203B41FA5}">
                      <a16:colId xmlns:a16="http://schemas.microsoft.com/office/drawing/2014/main" val="1218692950"/>
                    </a:ext>
                  </a:extLst>
                </a:gridCol>
              </a:tblGrid>
              <a:tr h="152175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Period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Feb'22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243683"/>
                  </a:ext>
                </a:extLst>
              </a:tr>
              <a:tr h="152175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Number of Samples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001507"/>
                  </a:ext>
                </a:extLst>
              </a:tr>
              <a:tr h="152175"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-2 SD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+ 2 SD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Remarks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853453"/>
                  </a:ext>
                </a:extLst>
              </a:tr>
              <a:tr h="153745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A260/230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078228"/>
                  </a:ext>
                </a:extLst>
              </a:tr>
              <a:tr h="152175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A260/280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743035"/>
                  </a:ext>
                </a:extLst>
              </a:tr>
              <a:tr h="152175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A260 Concentration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&gt;= 50 </a:t>
                      </a:r>
                      <a:r>
                        <a:rPr lang="en-GB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ng/ml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Defined by the client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91070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2595C0A-98D8-4186-B02B-5E811168C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1" y="4716476"/>
            <a:ext cx="5291104" cy="5307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7FF2A2-3F12-425E-92D7-619784A20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41" y="3205927"/>
            <a:ext cx="5291104" cy="4461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D11F4D-19D6-4B7F-86C3-1163C2309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84" y="1610768"/>
            <a:ext cx="5202362" cy="4461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D76A51-B9AB-46F5-9D85-BF06C8B96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5574" y="2761300"/>
            <a:ext cx="3272809" cy="15714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D1AA7E-C13C-4C3C-93EF-18DB4F3B09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2736" y="1303374"/>
            <a:ext cx="3272809" cy="17787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17B6CF-7312-44B7-97F7-324FE52FD6EB}"/>
              </a:ext>
            </a:extLst>
          </p:cNvPr>
          <p:cNvCxnSpPr>
            <a:stCxn id="9" idx="3"/>
          </p:cNvCxnSpPr>
          <p:nvPr/>
        </p:nvCxnSpPr>
        <p:spPr>
          <a:xfrm flipV="1">
            <a:off x="5497746" y="1828800"/>
            <a:ext cx="3043139" cy="5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73D6E-9658-44CC-8073-488EE7A36419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402415" y="4981854"/>
            <a:ext cx="18256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781651A-63C9-4E3C-A574-91A16DE9C3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7275" y="47842"/>
            <a:ext cx="914620" cy="914620"/>
          </a:xfrm>
          <a:prstGeom prst="rect">
            <a:avLst/>
          </a:prstGeom>
        </p:spPr>
      </p:pic>
      <p:pic>
        <p:nvPicPr>
          <p:cNvPr id="13" name="Picture 12" descr="Chart, scatter chart&#10;&#10;Description automatically generated">
            <a:extLst>
              <a:ext uri="{FF2B5EF4-FFF2-40B4-BE49-F238E27FC236}">
                <a16:creationId xmlns:a16="http://schemas.microsoft.com/office/drawing/2014/main" id="{9913FFC6-D38E-4E60-90B4-3A27494F74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61" y="4178233"/>
            <a:ext cx="4552384" cy="243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05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41051-DB5C-48EB-8031-A5FE02C88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926" y="34300"/>
            <a:ext cx="10515600" cy="2769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: GEL RNA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 descr="Chart, scatter chart&#10;&#10;Description automatically generated">
            <a:extLst>
              <a:ext uri="{FF2B5EF4-FFF2-40B4-BE49-F238E27FC236}">
                <a16:creationId xmlns:a16="http://schemas.microsoft.com/office/drawing/2014/main" id="{5460F4D0-88B9-4726-886C-5B619F384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35" y="1824481"/>
            <a:ext cx="4679056" cy="2822296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083E23-2D98-4299-B8C6-DFC12781E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22" y="2049209"/>
            <a:ext cx="3063046" cy="23171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62FB98-6FAB-4A98-B219-322F34DEDF52}"/>
              </a:ext>
            </a:extLst>
          </p:cNvPr>
          <p:cNvSpPr txBox="1"/>
          <p:nvPr/>
        </p:nvSpPr>
        <p:spPr>
          <a:xfrm>
            <a:off x="234509" y="1564499"/>
            <a:ext cx="7344942" cy="2769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A260/280 Analysis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D11A5C-1A8D-4FE6-A0E4-37D09C788BB8}"/>
              </a:ext>
            </a:extLst>
          </p:cNvPr>
          <p:cNvSpPr txBox="1"/>
          <p:nvPr/>
        </p:nvSpPr>
        <p:spPr>
          <a:xfrm>
            <a:off x="8111102" y="2773964"/>
            <a:ext cx="31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 samples are out of acceptance criteria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plate has minimum contamination of 6 </a:t>
            </a: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DD4962-8641-4B36-9AB1-4B4B9B47A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08" y="4754138"/>
            <a:ext cx="4386158" cy="21252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9C67A57-C54A-405E-8B1E-97D78A4DA39E}"/>
              </a:ext>
            </a:extLst>
          </p:cNvPr>
          <p:cNvSpPr txBox="1"/>
          <p:nvPr/>
        </p:nvSpPr>
        <p:spPr>
          <a:xfrm>
            <a:off x="234509" y="4508277"/>
            <a:ext cx="7344942" cy="2769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A260 Concentration</a:t>
            </a:r>
            <a:endParaRPr lang="en-GB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531FD4-F17B-4014-ABF9-C795A3C65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2776" y="4785615"/>
            <a:ext cx="2864607" cy="20526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82C6D29-4E9C-45CC-B5F1-3AE59CFD0120}"/>
              </a:ext>
            </a:extLst>
          </p:cNvPr>
          <p:cNvSpPr txBox="1"/>
          <p:nvPr/>
        </p:nvSpPr>
        <p:spPr>
          <a:xfrm>
            <a:off x="8219493" y="5237800"/>
            <a:ext cx="3116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 samples are out of acceptance criteria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 Contamination = 2 (H1)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Contamination = 6 (E1)</a:t>
            </a: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Content Placeholder 4">
            <a:extLst>
              <a:ext uri="{FF2B5EF4-FFF2-40B4-BE49-F238E27FC236}">
                <a16:creationId xmlns:a16="http://schemas.microsoft.com/office/drawing/2014/main" id="{051157D1-4B5A-42D1-8CA8-6678A9F30B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1580745"/>
              </p:ext>
            </p:extLst>
          </p:nvPr>
        </p:nvGraphicFramePr>
        <p:xfrm>
          <a:off x="3163041" y="401597"/>
          <a:ext cx="5056451" cy="1021008"/>
        </p:xfrm>
        <a:graphic>
          <a:graphicData uri="http://schemas.openxmlformats.org/drawingml/2006/table">
            <a:tbl>
              <a:tblPr/>
              <a:tblGrid>
                <a:gridCol w="1170814">
                  <a:extLst>
                    <a:ext uri="{9D8B030D-6E8A-4147-A177-3AD203B41FA5}">
                      <a16:colId xmlns:a16="http://schemas.microsoft.com/office/drawing/2014/main" val="2500600376"/>
                    </a:ext>
                  </a:extLst>
                </a:gridCol>
                <a:gridCol w="702488">
                  <a:extLst>
                    <a:ext uri="{9D8B030D-6E8A-4147-A177-3AD203B41FA5}">
                      <a16:colId xmlns:a16="http://schemas.microsoft.com/office/drawing/2014/main" val="699033447"/>
                    </a:ext>
                  </a:extLst>
                </a:gridCol>
                <a:gridCol w="702488">
                  <a:extLst>
                    <a:ext uri="{9D8B030D-6E8A-4147-A177-3AD203B41FA5}">
                      <a16:colId xmlns:a16="http://schemas.microsoft.com/office/drawing/2014/main" val="4279947816"/>
                    </a:ext>
                  </a:extLst>
                </a:gridCol>
                <a:gridCol w="2480661">
                  <a:extLst>
                    <a:ext uri="{9D8B030D-6E8A-4147-A177-3AD203B41FA5}">
                      <a16:colId xmlns:a16="http://schemas.microsoft.com/office/drawing/2014/main" val="398512622"/>
                    </a:ext>
                  </a:extLst>
                </a:gridCol>
              </a:tblGrid>
              <a:tr h="170168"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Apr'2022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78978"/>
                  </a:ext>
                </a:extLst>
              </a:tr>
              <a:tr h="170168"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samples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384</a:t>
                      </a:r>
                      <a:endParaRPr lang="en-GB" sz="10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050624"/>
                  </a:ext>
                </a:extLst>
              </a:tr>
              <a:tr h="170168"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270578"/>
                  </a:ext>
                </a:extLst>
              </a:tr>
              <a:tr h="170168"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A260/230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defined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682969"/>
                  </a:ext>
                </a:extLst>
              </a:tr>
              <a:tr h="170168"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A260/280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Defined by the client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455104"/>
                  </a:ext>
                </a:extLst>
              </a:tr>
              <a:tr h="170168"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A260 Concentration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&gt;=10 ng/ml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5509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7AC71C22-3CC0-434A-9A0D-6C0530593A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8381" y="22860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51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182</Words>
  <Application>Microsoft Office PowerPoint</Application>
  <PresentationFormat>Widescreen</PresentationFormat>
  <Paragraphs>54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Project : Our Future Health (OFH)</vt:lpstr>
      <vt:lpstr>Project : GEL RNA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Hemasundary Ramasamy</dc:creator>
  <cp:lastModifiedBy>Hemasundary Ramasamy</cp:lastModifiedBy>
  <cp:revision>1</cp:revision>
  <dcterms:created xsi:type="dcterms:W3CDTF">2022-04-28T07:43:08Z</dcterms:created>
  <dcterms:modified xsi:type="dcterms:W3CDTF">2022-04-28T13:55:46Z</dcterms:modified>
</cp:coreProperties>
</file>