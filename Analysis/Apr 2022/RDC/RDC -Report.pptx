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3EB1C-0E1A-4213-972D-C4066BC07DB9}" v="8" dt="2022-05-09T11:53:27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2803EB1C-0E1A-4213-972D-C4066BC07DB9}"/>
    <pc:docChg chg="custSel modSld">
      <pc:chgData name="Hemasundary Ramasamy" userId="32466fd7-10da-4b50-b010-1469a156c209" providerId="ADAL" clId="{2803EB1C-0E1A-4213-972D-C4066BC07DB9}" dt="2022-05-09T11:53:27.468" v="62" actId="1076"/>
      <pc:docMkLst>
        <pc:docMk/>
      </pc:docMkLst>
      <pc:sldChg chg="modSp mod">
        <pc:chgData name="Hemasundary Ramasamy" userId="32466fd7-10da-4b50-b010-1469a156c209" providerId="ADAL" clId="{2803EB1C-0E1A-4213-972D-C4066BC07DB9}" dt="2022-05-09T11:53:02.587" v="57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2803EB1C-0E1A-4213-972D-C4066BC07DB9}" dt="2022-05-09T11:53:02.587" v="57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2803EB1C-0E1A-4213-972D-C4066BC07DB9}" dt="2022-05-09T11:49:08.827" v="8" actId="1076"/>
        <pc:sldMkLst>
          <pc:docMk/>
          <pc:sldMk cId="3971527582" sldId="257"/>
        </pc:sldMkLst>
        <pc:picChg chg="del">
          <ac:chgData name="Hemasundary Ramasamy" userId="32466fd7-10da-4b50-b010-1469a156c209" providerId="ADAL" clId="{2803EB1C-0E1A-4213-972D-C4066BC07DB9}" dt="2022-05-09T11:43:37.898" v="0" actId="478"/>
          <ac:picMkLst>
            <pc:docMk/>
            <pc:sldMk cId="3971527582" sldId="257"/>
            <ac:picMk id="13" creationId="{971BCC84-5000-9EB2-BA51-576076B85CE7}"/>
          </ac:picMkLst>
        </pc:picChg>
        <pc:picChg chg="del">
          <ac:chgData name="Hemasundary Ramasamy" userId="32466fd7-10da-4b50-b010-1469a156c209" providerId="ADAL" clId="{2803EB1C-0E1A-4213-972D-C4066BC07DB9}" dt="2022-05-09T11:43:48.067" v="6" actId="478"/>
          <ac:picMkLst>
            <pc:docMk/>
            <pc:sldMk cId="3971527582" sldId="257"/>
            <ac:picMk id="15" creationId="{CC670B36-5486-A2A5-B622-E4D631B0DD87}"/>
          </ac:picMkLst>
        </pc:picChg>
        <pc:picChg chg="add mod">
          <ac:chgData name="Hemasundary Ramasamy" userId="32466fd7-10da-4b50-b010-1469a156c209" providerId="ADAL" clId="{2803EB1C-0E1A-4213-972D-C4066BC07DB9}" dt="2022-05-09T11:43:46.284" v="5" actId="14100"/>
          <ac:picMkLst>
            <pc:docMk/>
            <pc:sldMk cId="3971527582" sldId="257"/>
            <ac:picMk id="17" creationId="{94661559-8963-60EC-DEF8-A25D04229C7A}"/>
          </ac:picMkLst>
        </pc:picChg>
        <pc:picChg chg="add mod">
          <ac:chgData name="Hemasundary Ramasamy" userId="32466fd7-10da-4b50-b010-1469a156c209" providerId="ADAL" clId="{2803EB1C-0E1A-4213-972D-C4066BC07DB9}" dt="2022-05-09T11:49:08.827" v="8" actId="1076"/>
          <ac:picMkLst>
            <pc:docMk/>
            <pc:sldMk cId="3971527582" sldId="257"/>
            <ac:picMk id="19" creationId="{29C6F269-41BA-8777-594E-E54E341E6E1F}"/>
          </ac:picMkLst>
        </pc:picChg>
      </pc:sldChg>
      <pc:sldChg chg="addSp delSp modSp mod">
        <pc:chgData name="Hemasundary Ramasamy" userId="32466fd7-10da-4b50-b010-1469a156c209" providerId="ADAL" clId="{2803EB1C-0E1A-4213-972D-C4066BC07DB9}" dt="2022-05-09T11:51:07.054" v="15" actId="1076"/>
        <pc:sldMkLst>
          <pc:docMk/>
          <pc:sldMk cId="3191307063" sldId="258"/>
        </pc:sldMkLst>
        <pc:picChg chg="del">
          <ac:chgData name="Hemasundary Ramasamy" userId="32466fd7-10da-4b50-b010-1469a156c209" providerId="ADAL" clId="{2803EB1C-0E1A-4213-972D-C4066BC07DB9}" dt="2022-05-09T11:49:43.143" v="9" actId="478"/>
          <ac:picMkLst>
            <pc:docMk/>
            <pc:sldMk cId="3191307063" sldId="258"/>
            <ac:picMk id="9" creationId="{C98D5A99-CD40-28A9-4542-D54576D5E566}"/>
          </ac:picMkLst>
        </pc:picChg>
        <pc:picChg chg="del">
          <ac:chgData name="Hemasundary Ramasamy" userId="32466fd7-10da-4b50-b010-1469a156c209" providerId="ADAL" clId="{2803EB1C-0E1A-4213-972D-C4066BC07DB9}" dt="2022-05-09T11:49:44.832" v="10" actId="478"/>
          <ac:picMkLst>
            <pc:docMk/>
            <pc:sldMk cId="3191307063" sldId="258"/>
            <ac:picMk id="11" creationId="{DCC78444-FA41-D142-E713-A7C94FD6605D}"/>
          </ac:picMkLst>
        </pc:picChg>
        <pc:picChg chg="add mod">
          <ac:chgData name="Hemasundary Ramasamy" userId="32466fd7-10da-4b50-b010-1469a156c209" providerId="ADAL" clId="{2803EB1C-0E1A-4213-972D-C4066BC07DB9}" dt="2022-05-09T11:50:30.877" v="13" actId="1076"/>
          <ac:picMkLst>
            <pc:docMk/>
            <pc:sldMk cId="3191307063" sldId="258"/>
            <ac:picMk id="12" creationId="{76E28C44-FECE-F125-BB7B-89E5D8A6274A}"/>
          </ac:picMkLst>
        </pc:picChg>
        <pc:picChg chg="add mod">
          <ac:chgData name="Hemasundary Ramasamy" userId="32466fd7-10da-4b50-b010-1469a156c209" providerId="ADAL" clId="{2803EB1C-0E1A-4213-972D-C4066BC07DB9}" dt="2022-05-09T11:51:07.054" v="15" actId="1076"/>
          <ac:picMkLst>
            <pc:docMk/>
            <pc:sldMk cId="3191307063" sldId="258"/>
            <ac:picMk id="14" creationId="{F1CF39A8-0165-8904-6A8E-14597995DB8B}"/>
          </ac:picMkLst>
        </pc:picChg>
      </pc:sldChg>
      <pc:sldChg chg="addSp delSp modSp mod">
        <pc:chgData name="Hemasundary Ramasamy" userId="32466fd7-10da-4b50-b010-1469a156c209" providerId="ADAL" clId="{2803EB1C-0E1A-4213-972D-C4066BC07DB9}" dt="2022-05-09T11:52:57.213" v="54" actId="1076"/>
        <pc:sldMkLst>
          <pc:docMk/>
          <pc:sldMk cId="3386745126" sldId="259"/>
        </pc:sldMkLst>
        <pc:spChg chg="mod">
          <ac:chgData name="Hemasundary Ramasamy" userId="32466fd7-10da-4b50-b010-1469a156c209" providerId="ADAL" clId="{2803EB1C-0E1A-4213-972D-C4066BC07DB9}" dt="2022-05-09T11:52:11.740" v="50" actId="20577"/>
          <ac:spMkLst>
            <pc:docMk/>
            <pc:sldMk cId="3386745126" sldId="259"/>
            <ac:spMk id="9" creationId="{8E3EF8DC-6085-26C4-2C9A-194B4D990F81}"/>
          </ac:spMkLst>
        </pc:spChg>
        <pc:picChg chg="del">
          <ac:chgData name="Hemasundary Ramasamy" userId="32466fd7-10da-4b50-b010-1469a156c209" providerId="ADAL" clId="{2803EB1C-0E1A-4213-972D-C4066BC07DB9}" dt="2022-05-09T11:51:11.378" v="16" actId="478"/>
          <ac:picMkLst>
            <pc:docMk/>
            <pc:sldMk cId="3386745126" sldId="259"/>
            <ac:picMk id="8" creationId="{D170CA11-A0ED-5F6B-D1AC-D9F661E9DD97}"/>
          </ac:picMkLst>
        </pc:picChg>
        <pc:picChg chg="add mod">
          <ac:chgData name="Hemasundary Ramasamy" userId="32466fd7-10da-4b50-b010-1469a156c209" providerId="ADAL" clId="{2803EB1C-0E1A-4213-972D-C4066BC07DB9}" dt="2022-05-09T11:52:25.805" v="52" actId="1076"/>
          <ac:picMkLst>
            <pc:docMk/>
            <pc:sldMk cId="3386745126" sldId="259"/>
            <ac:picMk id="11" creationId="{E30855DE-9FB6-B92F-00B6-E8638F3711A5}"/>
          </ac:picMkLst>
        </pc:picChg>
        <pc:picChg chg="add mod">
          <ac:chgData name="Hemasundary Ramasamy" userId="32466fd7-10da-4b50-b010-1469a156c209" providerId="ADAL" clId="{2803EB1C-0E1A-4213-972D-C4066BC07DB9}" dt="2022-05-09T11:52:57.213" v="54" actId="1076"/>
          <ac:picMkLst>
            <pc:docMk/>
            <pc:sldMk cId="3386745126" sldId="259"/>
            <ac:picMk id="13" creationId="{B3FF4A74-2061-A5D3-9EF4-7D2605079218}"/>
          </ac:picMkLst>
        </pc:picChg>
      </pc:sldChg>
      <pc:sldChg chg="addSp delSp modSp">
        <pc:chgData name="Hemasundary Ramasamy" userId="32466fd7-10da-4b50-b010-1469a156c209" providerId="ADAL" clId="{2803EB1C-0E1A-4213-972D-C4066BC07DB9}" dt="2022-05-09T11:53:27.468" v="62" actId="1076"/>
        <pc:sldMkLst>
          <pc:docMk/>
          <pc:sldMk cId="2268233051" sldId="260"/>
        </pc:sldMkLst>
        <pc:picChg chg="del">
          <ac:chgData name="Hemasundary Ramasamy" userId="32466fd7-10da-4b50-b010-1469a156c209" providerId="ADAL" clId="{2803EB1C-0E1A-4213-972D-C4066BC07DB9}" dt="2022-05-09T11:53:06.673" v="58" actId="478"/>
          <ac:picMkLst>
            <pc:docMk/>
            <pc:sldMk cId="2268233051" sldId="260"/>
            <ac:picMk id="2052" creationId="{5565D275-512E-9A10-B0C6-1969E077CFF5}"/>
          </ac:picMkLst>
        </pc:picChg>
        <pc:picChg chg="add mod">
          <ac:chgData name="Hemasundary Ramasamy" userId="32466fd7-10da-4b50-b010-1469a156c209" providerId="ADAL" clId="{2803EB1C-0E1A-4213-972D-C4066BC07DB9}" dt="2022-05-09T11:53:27.468" v="62" actId="1076"/>
          <ac:picMkLst>
            <pc:docMk/>
            <pc:sldMk cId="2268233051" sldId="260"/>
            <ac:picMk id="2054" creationId="{6309BE97-9834-2A9A-3E34-8BEA0D7D2D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RDC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6309BE97-9834-2A9A-3E34-8BEA0D7D2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1" y="562401"/>
            <a:ext cx="7048500" cy="60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  <p:pic>
        <p:nvPicPr>
          <p:cNvPr id="17" name="Picture 16" descr="Chart, scatter chart&#10;&#10;Description automatically generated">
            <a:extLst>
              <a:ext uri="{FF2B5EF4-FFF2-40B4-BE49-F238E27FC236}">
                <a16:creationId xmlns:a16="http://schemas.microsoft.com/office/drawing/2014/main" id="{94661559-8963-60EC-DEF8-A25D04229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3" y="642937"/>
            <a:ext cx="7000014" cy="37385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C6F269-41BA-8777-594E-E54E341E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12" y="2477295"/>
            <a:ext cx="47720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E28C44-FECE-F125-BB7B-89E5D8A6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612560"/>
            <a:ext cx="7089186" cy="3786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CF39A8-0165-8904-6A8E-14597995D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387" y="3524250"/>
            <a:ext cx="48101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666750" y="1428750"/>
            <a:ext cx="972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only one contamination in the concentration. (</a:t>
            </a:r>
            <a:r>
              <a:rPr lang="en-US" dirty="0" err="1"/>
              <a:t>ie</a:t>
            </a:r>
            <a:r>
              <a:rPr lang="en-US" dirty="0"/>
              <a:t>) One sample didn’t have the concentration of the acceptable range (&gt; 30)</a:t>
            </a:r>
            <a:endParaRPr lang="en-GB" dirty="0"/>
          </a:p>
        </p:txBody>
      </p: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E30855DE-9FB6-B92F-00B6-E8638F371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2075081"/>
            <a:ext cx="7510463" cy="40111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FF4A74-2061-A5D3-9EF4-7D2605079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1949887"/>
            <a:ext cx="48577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73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RDC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2</cp:revision>
  <dcterms:created xsi:type="dcterms:W3CDTF">2022-05-09T09:21:27Z</dcterms:created>
  <dcterms:modified xsi:type="dcterms:W3CDTF">2022-05-09T11:53:28Z</dcterms:modified>
</cp:coreProperties>
</file>