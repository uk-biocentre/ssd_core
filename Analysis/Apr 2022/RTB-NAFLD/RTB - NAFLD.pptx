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E77C3A-1740-4E72-9FE7-DDDF3CE39971}" v="23" dt="2022-05-09T11:40:11.6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masundary Ramasamy" userId="32466fd7-10da-4b50-b010-1469a156c209" providerId="ADAL" clId="{6CE77C3A-1740-4E72-9FE7-DDDF3CE39971}"/>
    <pc:docChg chg="undo custSel addSld modSld">
      <pc:chgData name="Hemasundary Ramasamy" userId="32466fd7-10da-4b50-b010-1469a156c209" providerId="ADAL" clId="{6CE77C3A-1740-4E72-9FE7-DDDF3CE39971}" dt="2022-05-09T11:41:45.040" v="356" actId="20577"/>
      <pc:docMkLst>
        <pc:docMk/>
      </pc:docMkLst>
      <pc:sldChg chg="addSp delSp modSp new mod">
        <pc:chgData name="Hemasundary Ramasamy" userId="32466fd7-10da-4b50-b010-1469a156c209" providerId="ADAL" clId="{6CE77C3A-1740-4E72-9FE7-DDDF3CE39971}" dt="2022-05-09T11:39:03.838" v="181" actId="27636"/>
        <pc:sldMkLst>
          <pc:docMk/>
          <pc:sldMk cId="3971527582" sldId="257"/>
        </pc:sldMkLst>
        <pc:spChg chg="mod">
          <ac:chgData name="Hemasundary Ramasamy" userId="32466fd7-10da-4b50-b010-1469a156c209" providerId="ADAL" clId="{6CE77C3A-1740-4E72-9FE7-DDDF3CE39971}" dt="2022-05-09T11:39:03.838" v="181" actId="27636"/>
          <ac:spMkLst>
            <pc:docMk/>
            <pc:sldMk cId="3971527582" sldId="257"/>
            <ac:spMk id="2" creationId="{A222A5BF-4F8F-1A68-A93F-3C79C70AC7FE}"/>
          </ac:spMkLst>
        </pc:spChg>
        <pc:spChg chg="del">
          <ac:chgData name="Hemasundary Ramasamy" userId="32466fd7-10da-4b50-b010-1469a156c209" providerId="ADAL" clId="{6CE77C3A-1740-4E72-9FE7-DDDF3CE39971}" dt="2022-05-09T09:22:45.782" v="2"/>
          <ac:spMkLst>
            <pc:docMk/>
            <pc:sldMk cId="3971527582" sldId="257"/>
            <ac:spMk id="3" creationId="{A072B171-BA80-7DF3-6D11-DBABD895C718}"/>
          </ac:spMkLst>
        </pc:spChg>
        <pc:spChg chg="add del mod">
          <ac:chgData name="Hemasundary Ramasamy" userId="32466fd7-10da-4b50-b010-1469a156c209" providerId="ADAL" clId="{6CE77C3A-1740-4E72-9FE7-DDDF3CE39971}" dt="2022-05-09T11:34:18.679" v="135" actId="478"/>
          <ac:spMkLst>
            <pc:docMk/>
            <pc:sldMk cId="3971527582" sldId="257"/>
            <ac:spMk id="11" creationId="{5AC3A850-E31A-E884-9E4B-E75773990FB2}"/>
          </ac:spMkLst>
        </pc:spChg>
        <pc:picChg chg="add del mod">
          <ac:chgData name="Hemasundary Ramasamy" userId="32466fd7-10da-4b50-b010-1469a156c209" providerId="ADAL" clId="{6CE77C3A-1740-4E72-9FE7-DDDF3CE39971}" dt="2022-05-09T11:34:16.175" v="134" actId="478"/>
          <ac:picMkLst>
            <pc:docMk/>
            <pc:sldMk cId="3971527582" sldId="257"/>
            <ac:picMk id="5" creationId="{E6D970CB-505B-6F38-A2AD-D666D23090A3}"/>
          </ac:picMkLst>
        </pc:picChg>
        <pc:picChg chg="add del mod">
          <ac:chgData name="Hemasundary Ramasamy" userId="32466fd7-10da-4b50-b010-1469a156c209" providerId="ADAL" clId="{6CE77C3A-1740-4E72-9FE7-DDDF3CE39971}" dt="2022-05-09T09:47:59.634" v="15" actId="478"/>
          <ac:picMkLst>
            <pc:docMk/>
            <pc:sldMk cId="3971527582" sldId="257"/>
            <ac:picMk id="7" creationId="{5A1D0E94-D379-FAA8-122A-E30ADEBB9B1B}"/>
          </ac:picMkLst>
        </pc:picChg>
        <pc:picChg chg="add del mod">
          <ac:chgData name="Hemasundary Ramasamy" userId="32466fd7-10da-4b50-b010-1469a156c209" providerId="ADAL" clId="{6CE77C3A-1740-4E72-9FE7-DDDF3CE39971}" dt="2022-05-09T11:34:31.468" v="142" actId="478"/>
          <ac:picMkLst>
            <pc:docMk/>
            <pc:sldMk cId="3971527582" sldId="257"/>
            <ac:picMk id="9" creationId="{C654ECB3-B60C-463C-FAD3-66005BC6BE5D}"/>
          </ac:picMkLst>
        </pc:picChg>
        <pc:picChg chg="add mod">
          <ac:chgData name="Hemasundary Ramasamy" userId="32466fd7-10da-4b50-b010-1469a156c209" providerId="ADAL" clId="{6CE77C3A-1740-4E72-9FE7-DDDF3CE39971}" dt="2022-05-09T11:34:59.980" v="145" actId="14100"/>
          <ac:picMkLst>
            <pc:docMk/>
            <pc:sldMk cId="3971527582" sldId="257"/>
            <ac:picMk id="13" creationId="{971BCC84-5000-9EB2-BA51-576076B85CE7}"/>
          </ac:picMkLst>
        </pc:picChg>
        <pc:picChg chg="add mod">
          <ac:chgData name="Hemasundary Ramasamy" userId="32466fd7-10da-4b50-b010-1469a156c209" providerId="ADAL" clId="{6CE77C3A-1740-4E72-9FE7-DDDF3CE39971}" dt="2022-05-09T11:37:16.077" v="168" actId="14100"/>
          <ac:picMkLst>
            <pc:docMk/>
            <pc:sldMk cId="3971527582" sldId="257"/>
            <ac:picMk id="15" creationId="{CC670B36-5486-A2A5-B622-E4D631B0DD87}"/>
          </ac:picMkLst>
        </pc:picChg>
      </pc:sldChg>
      <pc:sldChg chg="addSp delSp modSp new mod">
        <pc:chgData name="Hemasundary Ramasamy" userId="32466fd7-10da-4b50-b010-1469a156c209" providerId="ADAL" clId="{6CE77C3A-1740-4E72-9FE7-DDDF3CE39971}" dt="2022-05-09T11:39:12.844" v="185" actId="20577"/>
        <pc:sldMkLst>
          <pc:docMk/>
          <pc:sldMk cId="3191307063" sldId="258"/>
        </pc:sldMkLst>
        <pc:spChg chg="mod">
          <ac:chgData name="Hemasundary Ramasamy" userId="32466fd7-10da-4b50-b010-1469a156c209" providerId="ADAL" clId="{6CE77C3A-1740-4E72-9FE7-DDDF3CE39971}" dt="2022-05-09T11:39:12.844" v="185" actId="20577"/>
          <ac:spMkLst>
            <pc:docMk/>
            <pc:sldMk cId="3191307063" sldId="258"/>
            <ac:spMk id="2" creationId="{EA120813-C685-F0FB-9478-6B1A40EE2EE7}"/>
          </ac:spMkLst>
        </pc:spChg>
        <pc:spChg chg="del">
          <ac:chgData name="Hemasundary Ramasamy" userId="32466fd7-10da-4b50-b010-1469a156c209" providerId="ADAL" clId="{6CE77C3A-1740-4E72-9FE7-DDDF3CE39971}" dt="2022-05-09T09:48:50.364" v="24"/>
          <ac:spMkLst>
            <pc:docMk/>
            <pc:sldMk cId="3191307063" sldId="258"/>
            <ac:spMk id="3" creationId="{1264ADE7-3955-7720-A67E-69AA7CB40098}"/>
          </ac:spMkLst>
        </pc:spChg>
        <pc:spChg chg="add del mod">
          <ac:chgData name="Hemasundary Ramasamy" userId="32466fd7-10da-4b50-b010-1469a156c209" providerId="ADAL" clId="{6CE77C3A-1740-4E72-9FE7-DDDF3CE39971}" dt="2022-05-09T11:35:14.840" v="148" actId="478"/>
          <ac:spMkLst>
            <pc:docMk/>
            <pc:sldMk cId="3191307063" sldId="258"/>
            <ac:spMk id="8" creationId="{5DF4BECA-1B28-6C05-FA7B-FFB07C4D3D41}"/>
          </ac:spMkLst>
        </pc:spChg>
        <pc:graphicFrameChg chg="add del mod modGraphic">
          <ac:chgData name="Hemasundary Ramasamy" userId="32466fd7-10da-4b50-b010-1469a156c209" providerId="ADAL" clId="{6CE77C3A-1740-4E72-9FE7-DDDF3CE39971}" dt="2022-05-09T11:35:16.874" v="149" actId="478"/>
          <ac:graphicFrameMkLst>
            <pc:docMk/>
            <pc:sldMk cId="3191307063" sldId="258"/>
            <ac:graphicFrameMk id="6" creationId="{4CB2C888-181E-3D44-27C0-1B5248F76B5A}"/>
          </ac:graphicFrameMkLst>
        </pc:graphicFrameChg>
        <pc:picChg chg="add del mod">
          <ac:chgData name="Hemasundary Ramasamy" userId="32466fd7-10da-4b50-b010-1469a156c209" providerId="ADAL" clId="{6CE77C3A-1740-4E72-9FE7-DDDF3CE39971}" dt="2022-05-09T11:35:13.004" v="147" actId="478"/>
          <ac:picMkLst>
            <pc:docMk/>
            <pc:sldMk cId="3191307063" sldId="258"/>
            <ac:picMk id="5" creationId="{925574B7-4B4E-F25C-8D45-0ED5EA2BD95D}"/>
          </ac:picMkLst>
        </pc:picChg>
        <pc:picChg chg="add mod">
          <ac:chgData name="Hemasundary Ramasamy" userId="32466fd7-10da-4b50-b010-1469a156c209" providerId="ADAL" clId="{6CE77C3A-1740-4E72-9FE7-DDDF3CE39971}" dt="2022-05-09T11:38:37.901" v="174" actId="14100"/>
          <ac:picMkLst>
            <pc:docMk/>
            <pc:sldMk cId="3191307063" sldId="258"/>
            <ac:picMk id="9" creationId="{C98D5A99-CD40-28A9-4542-D54576D5E566}"/>
          </ac:picMkLst>
        </pc:picChg>
        <pc:picChg chg="add mod">
          <ac:chgData name="Hemasundary Ramasamy" userId="32466fd7-10da-4b50-b010-1469a156c209" providerId="ADAL" clId="{6CE77C3A-1740-4E72-9FE7-DDDF3CE39971}" dt="2022-05-09T11:38:34.518" v="173" actId="1076"/>
          <ac:picMkLst>
            <pc:docMk/>
            <pc:sldMk cId="3191307063" sldId="258"/>
            <ac:picMk id="11" creationId="{DCC78444-FA41-D142-E713-A7C94FD6605D}"/>
          </ac:picMkLst>
        </pc:picChg>
      </pc:sldChg>
      <pc:sldChg chg="addSp delSp modSp new mod">
        <pc:chgData name="Hemasundary Ramasamy" userId="32466fd7-10da-4b50-b010-1469a156c209" providerId="ADAL" clId="{6CE77C3A-1740-4E72-9FE7-DDDF3CE39971}" dt="2022-05-09T11:41:45.040" v="356" actId="20577"/>
        <pc:sldMkLst>
          <pc:docMk/>
          <pc:sldMk cId="3386745126" sldId="259"/>
        </pc:sldMkLst>
        <pc:spChg chg="mod">
          <ac:chgData name="Hemasundary Ramasamy" userId="32466fd7-10da-4b50-b010-1469a156c209" providerId="ADAL" clId="{6CE77C3A-1740-4E72-9FE7-DDDF3CE39971}" dt="2022-05-09T11:41:45.040" v="356" actId="20577"/>
          <ac:spMkLst>
            <pc:docMk/>
            <pc:sldMk cId="3386745126" sldId="259"/>
            <ac:spMk id="2" creationId="{9046F857-955F-2E2F-E39D-5B569E8C4E21}"/>
          </ac:spMkLst>
        </pc:spChg>
        <pc:spChg chg="del">
          <ac:chgData name="Hemasundary Ramasamy" userId="32466fd7-10da-4b50-b010-1469a156c209" providerId="ADAL" clId="{6CE77C3A-1740-4E72-9FE7-DDDF3CE39971}" dt="2022-05-09T10:41:20.015" v="129" actId="478"/>
          <ac:spMkLst>
            <pc:docMk/>
            <pc:sldMk cId="3386745126" sldId="259"/>
            <ac:spMk id="3" creationId="{795FE899-4559-EBF5-BD08-EE0CB473AFA1}"/>
          </ac:spMkLst>
        </pc:spChg>
        <pc:spChg chg="add mod">
          <ac:chgData name="Hemasundary Ramasamy" userId="32466fd7-10da-4b50-b010-1469a156c209" providerId="ADAL" clId="{6CE77C3A-1740-4E72-9FE7-DDDF3CE39971}" dt="2022-05-09T11:41:05.240" v="352" actId="12"/>
          <ac:spMkLst>
            <pc:docMk/>
            <pc:sldMk cId="3386745126" sldId="259"/>
            <ac:spMk id="9" creationId="{8E3EF8DC-6085-26C4-2C9A-194B4D990F81}"/>
          </ac:spMkLst>
        </pc:spChg>
        <pc:picChg chg="add del mod">
          <ac:chgData name="Hemasundary Ramasamy" userId="32466fd7-10da-4b50-b010-1469a156c209" providerId="ADAL" clId="{6CE77C3A-1740-4E72-9FE7-DDDF3CE39971}" dt="2022-05-09T11:38:47.245" v="176" actId="478"/>
          <ac:picMkLst>
            <pc:docMk/>
            <pc:sldMk cId="3386745126" sldId="259"/>
            <ac:picMk id="5" creationId="{F9A8E90F-9F7E-FDD5-4151-63C8100AB6ED}"/>
          </ac:picMkLst>
        </pc:picChg>
        <pc:picChg chg="add del mod">
          <ac:chgData name="Hemasundary Ramasamy" userId="32466fd7-10da-4b50-b010-1469a156c209" providerId="ADAL" clId="{6CE77C3A-1740-4E72-9FE7-DDDF3CE39971}" dt="2022-05-09T11:38:45.151" v="175" actId="478"/>
          <ac:picMkLst>
            <pc:docMk/>
            <pc:sldMk cId="3386745126" sldId="259"/>
            <ac:picMk id="6" creationId="{E8349969-278E-4697-3AB0-943E399187A8}"/>
          </ac:picMkLst>
        </pc:picChg>
        <pc:picChg chg="add mod">
          <ac:chgData name="Hemasundary Ramasamy" userId="32466fd7-10da-4b50-b010-1469a156c209" providerId="ADAL" clId="{6CE77C3A-1740-4E72-9FE7-DDDF3CE39971}" dt="2022-05-09T11:41:09.269" v="353" actId="14100"/>
          <ac:picMkLst>
            <pc:docMk/>
            <pc:sldMk cId="3386745126" sldId="259"/>
            <ac:picMk id="8" creationId="{D170CA11-A0ED-5F6B-D1AC-D9F661E9DD97}"/>
          </ac:picMkLst>
        </pc:picChg>
      </pc:sldChg>
      <pc:sldChg chg="addSp delSp modSp new mod">
        <pc:chgData name="Hemasundary Ramasamy" userId="32466fd7-10da-4b50-b010-1469a156c209" providerId="ADAL" clId="{6CE77C3A-1740-4E72-9FE7-DDDF3CE39971}" dt="2022-05-09T11:37:02.224" v="167" actId="20577"/>
        <pc:sldMkLst>
          <pc:docMk/>
          <pc:sldMk cId="2268233051" sldId="260"/>
        </pc:sldMkLst>
        <pc:spChg chg="del mod">
          <ac:chgData name="Hemasundary Ramasamy" userId="32466fd7-10da-4b50-b010-1469a156c209" providerId="ADAL" clId="{6CE77C3A-1740-4E72-9FE7-DDDF3CE39971}" dt="2022-05-09T10:38:50.441" v="126" actId="478"/>
          <ac:spMkLst>
            <pc:docMk/>
            <pc:sldMk cId="2268233051" sldId="260"/>
            <ac:spMk id="2" creationId="{BC46690E-C441-7FA7-BBB0-233A8D59DB1C}"/>
          </ac:spMkLst>
        </pc:spChg>
        <pc:spChg chg="del">
          <ac:chgData name="Hemasundary Ramasamy" userId="32466fd7-10da-4b50-b010-1469a156c209" providerId="ADAL" clId="{6CE77C3A-1740-4E72-9FE7-DDDF3CE39971}" dt="2022-05-09T10:36:46.423" v="87"/>
          <ac:spMkLst>
            <pc:docMk/>
            <pc:sldMk cId="2268233051" sldId="260"/>
            <ac:spMk id="3" creationId="{D1C2E8FB-98A8-1864-F4E1-4B7D776467E7}"/>
          </ac:spMkLst>
        </pc:spChg>
        <pc:spChg chg="add del mod">
          <ac:chgData name="Hemasundary Ramasamy" userId="32466fd7-10da-4b50-b010-1469a156c209" providerId="ADAL" clId="{6CE77C3A-1740-4E72-9FE7-DDDF3CE39971}" dt="2022-05-09T10:38:44.417" v="124" actId="478"/>
          <ac:spMkLst>
            <pc:docMk/>
            <pc:sldMk cId="2268233051" sldId="260"/>
            <ac:spMk id="4" creationId="{E74CC17D-E52E-3021-C1FA-CA934D2FD29E}"/>
          </ac:spMkLst>
        </pc:spChg>
        <pc:spChg chg="add del mod">
          <ac:chgData name="Hemasundary Ramasamy" userId="32466fd7-10da-4b50-b010-1469a156c209" providerId="ADAL" clId="{6CE77C3A-1740-4E72-9FE7-DDDF3CE39971}" dt="2022-05-09T10:38:52.236" v="127" actId="478"/>
          <ac:spMkLst>
            <pc:docMk/>
            <pc:sldMk cId="2268233051" sldId="260"/>
            <ac:spMk id="6" creationId="{5FF9E66E-F31E-8DE8-A98E-1A1E1A5F420A}"/>
          </ac:spMkLst>
        </pc:spChg>
        <pc:graphicFrameChg chg="add del mod modGraphic">
          <ac:chgData name="Hemasundary Ramasamy" userId="32466fd7-10da-4b50-b010-1469a156c209" providerId="ADAL" clId="{6CE77C3A-1740-4E72-9FE7-DDDF3CE39971}" dt="2022-05-09T11:36:31.705" v="155"/>
          <ac:graphicFrameMkLst>
            <pc:docMk/>
            <pc:sldMk cId="2268233051" sldId="260"/>
            <ac:graphicFrameMk id="7" creationId="{7B0564EF-3268-2D2D-E6FD-F4015B8BDA6A}"/>
          </ac:graphicFrameMkLst>
        </pc:graphicFrameChg>
        <pc:graphicFrameChg chg="add del mod">
          <ac:chgData name="Hemasundary Ramasamy" userId="32466fd7-10da-4b50-b010-1469a156c209" providerId="ADAL" clId="{6CE77C3A-1740-4E72-9FE7-DDDF3CE39971}" dt="2022-05-09T11:36:36.413" v="159"/>
          <ac:graphicFrameMkLst>
            <pc:docMk/>
            <pc:sldMk cId="2268233051" sldId="260"/>
            <ac:graphicFrameMk id="8" creationId="{4684E5EA-7072-CCC4-7756-E595D890E4B3}"/>
          </ac:graphicFrameMkLst>
        </pc:graphicFrameChg>
        <pc:graphicFrameChg chg="add mod modGraphic">
          <ac:chgData name="Hemasundary Ramasamy" userId="32466fd7-10da-4b50-b010-1469a156c209" providerId="ADAL" clId="{6CE77C3A-1740-4E72-9FE7-DDDF3CE39971}" dt="2022-05-09T11:37:02.224" v="167" actId="20577"/>
          <ac:graphicFrameMkLst>
            <pc:docMk/>
            <pc:sldMk cId="2268233051" sldId="260"/>
            <ac:graphicFrameMk id="9" creationId="{6E220D85-4946-9328-4899-D369ABF3DA6A}"/>
          </ac:graphicFrameMkLst>
        </pc:graphicFrameChg>
        <pc:picChg chg="add del mod">
          <ac:chgData name="Hemasundary Ramasamy" userId="32466fd7-10da-4b50-b010-1469a156c209" providerId="ADAL" clId="{6CE77C3A-1740-4E72-9FE7-DDDF3CE39971}" dt="2022-05-09T10:38:35.808" v="121" actId="478"/>
          <ac:picMkLst>
            <pc:docMk/>
            <pc:sldMk cId="2268233051" sldId="260"/>
            <ac:picMk id="2050" creationId="{A5126C83-0A4C-F375-5FBE-BE016989035C}"/>
          </ac:picMkLst>
        </pc:picChg>
        <pc:picChg chg="add mod">
          <ac:chgData name="Hemasundary Ramasamy" userId="32466fd7-10da-4b50-b010-1469a156c209" providerId="ADAL" clId="{6CE77C3A-1740-4E72-9FE7-DDDF3CE39971}" dt="2022-05-09T11:36:15.500" v="151" actId="1076"/>
          <ac:picMkLst>
            <pc:docMk/>
            <pc:sldMk cId="2268233051" sldId="260"/>
            <ac:picMk id="2052" creationId="{5565D275-512E-9A10-B0C6-1969E077CFF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67ECC-AA21-FC89-2C1F-5303C2F3CF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FC88E1-6435-34F9-8A1A-A96D7C6B3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B1BA19-2782-0672-0F7B-C9295F9FB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17214-0EC9-9273-2973-5FF9E7179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1B968-4990-F4CE-BDCA-D424E41D2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2459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8DD0B-EE14-0B40-6BA0-D6B4F4054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66A73-E88E-82CF-984D-BF061A94D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02C05-FBEE-8C9E-D772-D4582F902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52108-567B-9358-BAA8-C2F708150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B740F-BAF6-D805-BE59-6148DE4AE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9631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BD4F7-CDAA-D0BF-0AF0-F5A58FF71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69B9EE-FEC5-930C-137F-982A2F12B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B1A034-ED21-039E-76C3-7C07B76C5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6EC26-1738-923D-B9F7-7750E621E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A0876-2CAC-87BD-0027-839284BB0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5357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96413-289D-0064-2EF9-08D4F1B2B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3439A-6FA3-E515-BC30-C63B9167CD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F0D18-DA3F-889C-B1A0-29A0FDF6FC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5FC025-0999-5A14-0E5C-ABFBEE4F1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8A1FCC-6AEB-A1C3-D38B-E84301C00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67C0B-A25D-5221-17BD-DDF71FBEC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461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141D5-67DB-DE84-3A32-68F05EF62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621FDC-E844-4AF6-5E52-A76197ACB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9CDA52-70F7-940C-986E-D7A55D0E8C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3D8636-908C-1631-118D-C0F81D241F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296A7B-A458-2F62-DE47-69A96D4CBE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449090-BCE8-4826-E5EC-FC1733496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FDBA92-1AAD-39CF-63A8-A544903A7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8123B6-E6B0-1D66-9E69-D306B06FB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5227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89C97-EDA4-2047-EFEC-BB5D01BC2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059265-7CB0-B05B-4205-E873D9630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E5BDAB-52D8-A0F3-FD87-727234CA8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7822DA-C118-BD27-1A0A-6BBD4DCE0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5909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D6DFDC-9996-1C5B-3DE4-EA79CF30A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D26F07-6FA3-7BBD-71E6-3316F06EA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6FAEA9-5534-8E5C-BF6A-C0D7D447B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5020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88158-B5C9-966C-5DDC-115FAB82C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8C2BB-95A9-23B3-EE40-F8BA576A4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66B61F-A734-2E20-4573-1C80A7ABDB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42DA33-0A30-DA40-E2BC-DC4E911FA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D9AEDD-4DA8-04F8-DD0B-AF752A285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817DD2-CBFE-40D9-38CC-6836F022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8978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074D8-0219-1C47-4016-82FAA08F0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EF2188-D504-4F97-5A7F-F446147BDE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E4DC4E-55CA-168C-2E5A-CA1F054400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F83CEA-0F02-9DB0-E371-F579994B2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B32377-7091-F2D6-539D-E6E44A83C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F0D246-20F1-2AE6-D802-1B00485E9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1347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D6C07-7F27-3255-588A-AE48580D1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C9888-8284-D320-EB85-BB5C9722FE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D632BB-0F52-8918-5362-1ED89DA85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5623A-7FA1-108B-47F5-2701E2852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63822-7BBB-109D-95A2-CA403A6F8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193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9283C2-D520-6690-FC18-7F04259E59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C96CA8-251A-65F0-7DB7-4C257E1785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9018F-6C32-4523-9BCB-283BDA39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7C851-8834-608E-9481-72BB5E4AC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1ABB5-2C57-B509-1013-DB8114B63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4780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9AA41-690F-4986-CEB5-6DC3EAAC5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FDADB-78AB-36FE-955B-3E8948CD8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05CDD-D2F6-DEE1-7BB5-E56E6D80C4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DB772-86D3-C9BC-94D2-5E682AFAC7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FDCE7C-1C3B-F966-783F-08C2B365EE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3297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54606-9532-E004-FFB5-2976A7B8E4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RTB - NAFLD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16E0AF-9D7A-FF20-7D03-8C197853E7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Apr 2022</a:t>
            </a:r>
          </a:p>
        </p:txBody>
      </p:sp>
    </p:spTree>
    <p:extLst>
      <p:ext uri="{BB962C8B-B14F-4D97-AF65-F5344CB8AC3E}">
        <p14:creationId xmlns:p14="http://schemas.microsoft.com/office/powerpoint/2010/main" val="3369981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5565D275-512E-9A10-B0C6-1969E077CF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" y="784094"/>
            <a:ext cx="5771391" cy="4940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E220D85-4946-9328-4899-D369ABF3DA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2097227"/>
              </p:ext>
            </p:extLst>
          </p:nvPr>
        </p:nvGraphicFramePr>
        <p:xfrm>
          <a:off x="7945516" y="877241"/>
          <a:ext cx="3659264" cy="1999125"/>
        </p:xfrm>
        <a:graphic>
          <a:graphicData uri="http://schemas.openxmlformats.org/drawingml/2006/table">
            <a:tbl>
              <a:tblPr/>
              <a:tblGrid>
                <a:gridCol w="745837">
                  <a:extLst>
                    <a:ext uri="{9D8B030D-6E8A-4147-A177-3AD203B41FA5}">
                      <a16:colId xmlns:a16="http://schemas.microsoft.com/office/drawing/2014/main" val="3528313856"/>
                    </a:ext>
                  </a:extLst>
                </a:gridCol>
                <a:gridCol w="908989">
                  <a:extLst>
                    <a:ext uri="{9D8B030D-6E8A-4147-A177-3AD203B41FA5}">
                      <a16:colId xmlns:a16="http://schemas.microsoft.com/office/drawing/2014/main" val="2379660707"/>
                    </a:ext>
                  </a:extLst>
                </a:gridCol>
                <a:gridCol w="908989">
                  <a:extLst>
                    <a:ext uri="{9D8B030D-6E8A-4147-A177-3AD203B41FA5}">
                      <a16:colId xmlns:a16="http://schemas.microsoft.com/office/drawing/2014/main" val="3322741957"/>
                    </a:ext>
                  </a:extLst>
                </a:gridCol>
                <a:gridCol w="1095449">
                  <a:extLst>
                    <a:ext uri="{9D8B030D-6E8A-4147-A177-3AD203B41FA5}">
                      <a16:colId xmlns:a16="http://schemas.microsoft.com/office/drawing/2014/main" val="2676024262"/>
                    </a:ext>
                  </a:extLst>
                </a:gridCol>
              </a:tblGrid>
              <a:tr h="666375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GB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BIO Resource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611320"/>
                  </a:ext>
                </a:extLst>
              </a:tr>
              <a:tr h="666375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OD 260/280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OD 260/230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Concentration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0469954"/>
                  </a:ext>
                </a:extLst>
              </a:tr>
              <a:tr h="666375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1.75 - 2.04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&gt;1.5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&gt; 30ng/</a:t>
                      </a:r>
                      <a:r>
                        <a:rPr lang="en-GB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ul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57281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8233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2A5BF-4F8F-1A68-A93F-3C79C70AC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037" y="46830"/>
            <a:ext cx="9305925" cy="724695"/>
          </a:xfrm>
        </p:spPr>
        <p:txBody>
          <a:bodyPr>
            <a:normAutofit fontScale="90000"/>
          </a:bodyPr>
          <a:lstStyle/>
          <a:p>
            <a:r>
              <a:rPr lang="en-GB" dirty="0"/>
              <a:t>Contamination : OD260/280 (1.75 – 2.04)</a:t>
            </a:r>
          </a:p>
        </p:txBody>
      </p:sp>
      <p:pic>
        <p:nvPicPr>
          <p:cNvPr id="13" name="Picture 12" descr="Chart, scatter chart&#10;&#10;Description automatically generated">
            <a:extLst>
              <a:ext uri="{FF2B5EF4-FFF2-40B4-BE49-F238E27FC236}">
                <a16:creationId xmlns:a16="http://schemas.microsoft.com/office/drawing/2014/main" id="{971BCC84-5000-9EB2-BA51-576076B85C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52475"/>
            <a:ext cx="7400925" cy="395268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C670B36-5486-A2A5-B622-E4D631B0D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7279" y="2934495"/>
            <a:ext cx="4924721" cy="357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527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20813-C685-F0FB-9478-6B1A40EE2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237" y="107673"/>
            <a:ext cx="10515600" cy="504887"/>
          </a:xfrm>
        </p:spPr>
        <p:txBody>
          <a:bodyPr>
            <a:normAutofit fontScale="90000"/>
          </a:bodyPr>
          <a:lstStyle/>
          <a:p>
            <a:r>
              <a:rPr lang="en-GB" dirty="0"/>
              <a:t>Contamination : OD260/230 (&gt;1.5)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98D5A99-CD40-28A9-4542-D54576D5E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37" y="862012"/>
            <a:ext cx="7552880" cy="40338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CC78444-FA41-D142-E713-A7C94FD66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9450" y="4895850"/>
            <a:ext cx="4800600" cy="165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307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6F857-955F-2E2F-E39D-5B569E8C4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04887"/>
          </a:xfrm>
        </p:spPr>
        <p:txBody>
          <a:bodyPr>
            <a:normAutofit fontScale="90000"/>
          </a:bodyPr>
          <a:lstStyle/>
          <a:p>
            <a:r>
              <a:rPr lang="en-GB" dirty="0"/>
              <a:t>Contamination : Concentration (&gt; 30 ng/</a:t>
            </a:r>
            <a:r>
              <a:rPr lang="en-GB" dirty="0" err="1"/>
              <a:t>ul</a:t>
            </a:r>
            <a:r>
              <a:rPr lang="en-GB" dirty="0"/>
              <a:t>)</a:t>
            </a:r>
          </a:p>
        </p:txBody>
      </p:sp>
      <p:pic>
        <p:nvPicPr>
          <p:cNvPr id="8" name="Picture 7" descr="Chart, scatter chart&#10;&#10;Description automatically generated">
            <a:extLst>
              <a:ext uri="{FF2B5EF4-FFF2-40B4-BE49-F238E27FC236}">
                <a16:creationId xmlns:a16="http://schemas.microsoft.com/office/drawing/2014/main" id="{D170CA11-A0ED-5F6B-D1AC-D9F661E9DD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25" y="1913333"/>
            <a:ext cx="9258300" cy="494466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E3EF8DC-6085-26C4-2C9A-194B4D990F81}"/>
              </a:ext>
            </a:extLst>
          </p:cNvPr>
          <p:cNvSpPr txBox="1"/>
          <p:nvPr/>
        </p:nvSpPr>
        <p:spPr>
          <a:xfrm>
            <a:off x="666750" y="1428750"/>
            <a:ext cx="97250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is no contamination in the concentration. (</a:t>
            </a:r>
            <a:r>
              <a:rPr lang="en-US" dirty="0" err="1"/>
              <a:t>ie</a:t>
            </a:r>
            <a:r>
              <a:rPr lang="en-US" dirty="0"/>
              <a:t>) All samples had the concentration of the acceptable range (&gt;30)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86745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71</Words>
  <Application>Microsoft Office PowerPoint</Application>
  <PresentationFormat>Widescreen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RTB - NAFLD</vt:lpstr>
      <vt:lpstr>PowerPoint Presentation</vt:lpstr>
      <vt:lpstr>Contamination : OD260/280 (1.75 – 2.04)</vt:lpstr>
      <vt:lpstr>Contamination : OD260/230 (&gt;1.5)</vt:lpstr>
      <vt:lpstr>Contamination : Concentration (&gt; 30 ng/ul)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RTB - NAFLD</dc:title>
  <dc:creator>Hemasundary Ramasamy</dc:creator>
  <cp:lastModifiedBy>Hemasundary Ramasamy</cp:lastModifiedBy>
  <cp:revision>1</cp:revision>
  <dcterms:created xsi:type="dcterms:W3CDTF">2022-05-09T09:21:27Z</dcterms:created>
  <dcterms:modified xsi:type="dcterms:W3CDTF">2022-05-09T11:41:53Z</dcterms:modified>
</cp:coreProperties>
</file>