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13951-54B1-4B99-B1AC-357B8FA341BE}" v="7" dt="2022-05-09T13:54:23.9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2BA13951-54B1-4B99-B1AC-357B8FA341BE}"/>
    <pc:docChg chg="custSel modSld">
      <pc:chgData name="Hemasundary Ramasamy" userId="32466fd7-10da-4b50-b010-1469a156c209" providerId="ADAL" clId="{2BA13951-54B1-4B99-B1AC-357B8FA341BE}" dt="2022-05-09T13:55:56.561" v="125" actId="1076"/>
      <pc:docMkLst>
        <pc:docMk/>
      </pc:docMkLst>
      <pc:sldChg chg="modSp mod">
        <pc:chgData name="Hemasundary Ramasamy" userId="32466fd7-10da-4b50-b010-1469a156c209" providerId="ADAL" clId="{2BA13951-54B1-4B99-B1AC-357B8FA341BE}" dt="2022-05-09T12:02:01.508" v="8" actId="20577"/>
        <pc:sldMkLst>
          <pc:docMk/>
          <pc:sldMk cId="3369981812" sldId="256"/>
        </pc:sldMkLst>
        <pc:spChg chg="mod">
          <ac:chgData name="Hemasundary Ramasamy" userId="32466fd7-10da-4b50-b010-1469a156c209" providerId="ADAL" clId="{2BA13951-54B1-4B99-B1AC-357B8FA341BE}" dt="2022-05-09T12:02:01.508" v="8" actId="20577"/>
          <ac:spMkLst>
            <pc:docMk/>
            <pc:sldMk cId="3369981812" sldId="256"/>
            <ac:spMk id="2" creationId="{62754606-9532-E004-FFB5-2976A7B8E4DC}"/>
          </ac:spMkLst>
        </pc:spChg>
      </pc:sldChg>
      <pc:sldChg chg="addSp delSp modSp mod">
        <pc:chgData name="Hemasundary Ramasamy" userId="32466fd7-10da-4b50-b010-1469a156c209" providerId="ADAL" clId="{2BA13951-54B1-4B99-B1AC-357B8FA341BE}" dt="2022-05-09T13:53:17.377" v="33" actId="1076"/>
        <pc:sldMkLst>
          <pc:docMk/>
          <pc:sldMk cId="3971527582" sldId="257"/>
        </pc:sldMkLst>
        <pc:picChg chg="del">
          <ac:chgData name="Hemasundary Ramasamy" userId="32466fd7-10da-4b50-b010-1469a156c209" providerId="ADAL" clId="{2BA13951-54B1-4B99-B1AC-357B8FA341BE}" dt="2022-05-09T12:01:48.954" v="0" actId="478"/>
          <ac:picMkLst>
            <pc:docMk/>
            <pc:sldMk cId="3971527582" sldId="257"/>
            <ac:picMk id="21" creationId="{5DC4100F-CEDF-10BB-5A10-51A06257B594}"/>
          </ac:picMkLst>
        </pc:picChg>
        <pc:picChg chg="del">
          <ac:chgData name="Hemasundary Ramasamy" userId="32466fd7-10da-4b50-b010-1469a156c209" providerId="ADAL" clId="{2BA13951-54B1-4B99-B1AC-357B8FA341BE}" dt="2022-05-09T12:01:51.019" v="1" actId="478"/>
          <ac:picMkLst>
            <pc:docMk/>
            <pc:sldMk cId="3971527582" sldId="257"/>
            <ac:picMk id="23" creationId="{FC2FADEF-9F5D-4389-EA37-8409941360C2}"/>
          </ac:picMkLst>
        </pc:picChg>
        <pc:picChg chg="add mod">
          <ac:chgData name="Hemasundary Ramasamy" userId="32466fd7-10da-4b50-b010-1469a156c209" providerId="ADAL" clId="{2BA13951-54B1-4B99-B1AC-357B8FA341BE}" dt="2022-05-09T13:52:51.040" v="31" actId="1037"/>
          <ac:picMkLst>
            <pc:docMk/>
            <pc:sldMk cId="3971527582" sldId="257"/>
            <ac:picMk id="25" creationId="{41DDF79A-D327-E67B-3163-683A959B5A08}"/>
          </ac:picMkLst>
        </pc:picChg>
        <pc:picChg chg="add mod">
          <ac:chgData name="Hemasundary Ramasamy" userId="32466fd7-10da-4b50-b010-1469a156c209" providerId="ADAL" clId="{2BA13951-54B1-4B99-B1AC-357B8FA341BE}" dt="2022-05-09T13:53:17.377" v="33" actId="1076"/>
          <ac:picMkLst>
            <pc:docMk/>
            <pc:sldMk cId="3971527582" sldId="257"/>
            <ac:picMk id="27" creationId="{1FA51F05-14DA-6454-B097-7FCD9B211712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4:03.984" v="40" actId="1076"/>
        <pc:sldMkLst>
          <pc:docMk/>
          <pc:sldMk cId="3191307063" sldId="258"/>
        </pc:sldMkLst>
        <pc:picChg chg="del">
          <ac:chgData name="Hemasundary Ramasamy" userId="32466fd7-10da-4b50-b010-1469a156c209" providerId="ADAL" clId="{2BA13951-54B1-4B99-B1AC-357B8FA341BE}" dt="2022-05-09T12:01:52.645" v="2" actId="478"/>
          <ac:picMkLst>
            <pc:docMk/>
            <pc:sldMk cId="3191307063" sldId="258"/>
            <ac:picMk id="16" creationId="{601A4F9E-25D8-1039-5C2D-B311AD6919B3}"/>
          </ac:picMkLst>
        </pc:picChg>
        <pc:picChg chg="del">
          <ac:chgData name="Hemasundary Ramasamy" userId="32466fd7-10da-4b50-b010-1469a156c209" providerId="ADAL" clId="{2BA13951-54B1-4B99-B1AC-357B8FA341BE}" dt="2022-05-09T12:01:53.227" v="3" actId="478"/>
          <ac:picMkLst>
            <pc:docMk/>
            <pc:sldMk cId="3191307063" sldId="258"/>
            <ac:picMk id="18" creationId="{9F96513D-6EDC-0678-60E9-0A9F9B5E6D6A}"/>
          </ac:picMkLst>
        </pc:picChg>
        <pc:picChg chg="add mod">
          <ac:chgData name="Hemasundary Ramasamy" userId="32466fd7-10da-4b50-b010-1469a156c209" providerId="ADAL" clId="{2BA13951-54B1-4B99-B1AC-357B8FA341BE}" dt="2022-05-09T13:53:43.527" v="38" actId="1076"/>
          <ac:picMkLst>
            <pc:docMk/>
            <pc:sldMk cId="3191307063" sldId="258"/>
            <ac:picMk id="20" creationId="{229BFC96-D794-A6D1-577B-E8BCBA07449D}"/>
          </ac:picMkLst>
        </pc:picChg>
        <pc:picChg chg="add mod">
          <ac:chgData name="Hemasundary Ramasamy" userId="32466fd7-10da-4b50-b010-1469a156c209" providerId="ADAL" clId="{2BA13951-54B1-4B99-B1AC-357B8FA341BE}" dt="2022-05-09T13:54:03.984" v="40" actId="1076"/>
          <ac:picMkLst>
            <pc:docMk/>
            <pc:sldMk cId="3191307063" sldId="258"/>
            <ac:picMk id="22" creationId="{23705485-A124-3E74-0492-20D1482771BC}"/>
          </ac:picMkLst>
        </pc:picChg>
      </pc:sldChg>
      <pc:sldChg chg="addSp delSp modSp mod">
        <pc:chgData name="Hemasundary Ramasamy" userId="32466fd7-10da-4b50-b010-1469a156c209" providerId="ADAL" clId="{2BA13951-54B1-4B99-B1AC-357B8FA341BE}" dt="2022-05-09T13:55:56.561" v="125" actId="1076"/>
        <pc:sldMkLst>
          <pc:docMk/>
          <pc:sldMk cId="3386745126" sldId="259"/>
        </pc:sldMkLst>
        <pc:spChg chg="mod">
          <ac:chgData name="Hemasundary Ramasamy" userId="32466fd7-10da-4b50-b010-1469a156c209" providerId="ADAL" clId="{2BA13951-54B1-4B99-B1AC-357B8FA341BE}" dt="2022-05-09T13:55:25.573" v="123" actId="20577"/>
          <ac:spMkLst>
            <pc:docMk/>
            <pc:sldMk cId="3386745126" sldId="259"/>
            <ac:spMk id="9" creationId="{8E3EF8DC-6085-26C4-2C9A-194B4D990F81}"/>
          </ac:spMkLst>
        </pc:spChg>
        <pc:picChg chg="del">
          <ac:chgData name="Hemasundary Ramasamy" userId="32466fd7-10da-4b50-b010-1469a156c209" providerId="ADAL" clId="{2BA13951-54B1-4B99-B1AC-357B8FA341BE}" dt="2022-05-09T12:01:55.439" v="4" actId="478"/>
          <ac:picMkLst>
            <pc:docMk/>
            <pc:sldMk cId="3386745126" sldId="259"/>
            <ac:picMk id="15" creationId="{E9E7E3A4-656E-980E-985E-23AD7262027B}"/>
          </ac:picMkLst>
        </pc:picChg>
        <pc:picChg chg="add mod">
          <ac:chgData name="Hemasundary Ramasamy" userId="32466fd7-10da-4b50-b010-1469a156c209" providerId="ADAL" clId="{2BA13951-54B1-4B99-B1AC-357B8FA341BE}" dt="2022-05-09T13:54:32.813" v="46" actId="1076"/>
          <ac:picMkLst>
            <pc:docMk/>
            <pc:sldMk cId="3386745126" sldId="259"/>
            <ac:picMk id="17" creationId="{486ECD86-944F-30C8-E7D3-D208C473D8DB}"/>
          </ac:picMkLst>
        </pc:picChg>
        <pc:picChg chg="add mod">
          <ac:chgData name="Hemasundary Ramasamy" userId="32466fd7-10da-4b50-b010-1469a156c209" providerId="ADAL" clId="{2BA13951-54B1-4B99-B1AC-357B8FA341BE}" dt="2022-05-09T13:55:56.561" v="125" actId="1076"/>
          <ac:picMkLst>
            <pc:docMk/>
            <pc:sldMk cId="3386745126" sldId="259"/>
            <ac:picMk id="19" creationId="{0672307B-DF4D-278C-25C7-8E78D1F50F3D}"/>
          </ac:picMkLst>
        </pc:picChg>
      </pc:sldChg>
      <pc:sldChg chg="addSp delSp modSp">
        <pc:chgData name="Hemasundary Ramasamy" userId="32466fd7-10da-4b50-b010-1469a156c209" providerId="ADAL" clId="{2BA13951-54B1-4B99-B1AC-357B8FA341BE}" dt="2022-05-09T13:52:20.096" v="11" actId="14100"/>
        <pc:sldMkLst>
          <pc:docMk/>
          <pc:sldMk cId="2268233051" sldId="260"/>
        </pc:sldMkLst>
        <pc:picChg chg="del">
          <ac:chgData name="Hemasundary Ramasamy" userId="32466fd7-10da-4b50-b010-1469a156c209" providerId="ADAL" clId="{2BA13951-54B1-4B99-B1AC-357B8FA341BE}" dt="2022-05-09T12:01:57.208" v="5" actId="478"/>
          <ac:picMkLst>
            <pc:docMk/>
            <pc:sldMk cId="2268233051" sldId="260"/>
            <ac:picMk id="2056" creationId="{0C8AA197-3EA4-45C8-1470-351AD638E107}"/>
          </ac:picMkLst>
        </pc:picChg>
        <pc:picChg chg="add mod">
          <ac:chgData name="Hemasundary Ramasamy" userId="32466fd7-10da-4b50-b010-1469a156c209" providerId="ADAL" clId="{2BA13951-54B1-4B99-B1AC-357B8FA341BE}" dt="2022-05-09T13:52:20.096" v="11" actId="14100"/>
          <ac:picMkLst>
            <pc:docMk/>
            <pc:sldMk cId="2268233051" sldId="260"/>
            <ac:picMk id="2058" creationId="{FABCADB0-A6A8-9E0E-94AE-EFADB417FF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7ECC-AA21-FC89-2C1F-5303C2F3C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FC88E1-6435-34F9-8A1A-A96D7C6B3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BA19-2782-0672-0F7B-C9295F9F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7214-0EC9-9273-2973-5FF9E717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1B968-4990-F4CE-BDCA-D424E41D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45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DD0B-EE14-0B40-6BA0-D6B4F4054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66A73-E88E-82CF-984D-BF061A94D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02C05-FBEE-8C9E-D772-D4582F90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52108-567B-9358-BAA8-C2F708150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B740F-BAF6-D805-BE59-6148DE4AE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6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D4F7-CDAA-D0BF-0AF0-F5A58FF7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9B9EE-FEC5-930C-137F-982A2F12B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1A034-ED21-039E-76C3-7C07B76C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6EC26-1738-923D-B9F7-7750E62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A0876-2CAC-87BD-0027-839284B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5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6413-289D-0064-2EF9-08D4F1B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439A-6FA3-E515-BC30-C63B9167C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F0D18-DA3F-889C-B1A0-29A0FDF6F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FC025-0999-5A14-0E5C-ABFBEE4F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A1FCC-6AEB-A1C3-D38B-E84301C00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67C0B-A25D-5221-17BD-DDF71FBEC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6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41D5-67DB-DE84-3A32-68F05EF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21FDC-E844-4AF6-5E52-A76197AC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CDA52-70F7-940C-986E-D7A55D0E8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8636-908C-1631-118D-C0F81D241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96A7B-A458-2F62-DE47-69A96D4CB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49090-BCE8-4826-E5EC-FC173349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DBA92-1AAD-39CF-63A8-A544903A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123B6-E6B0-1D66-9E69-D306B06F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22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C97-EDA4-2047-EFEC-BB5D01BC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59265-7CB0-B05B-4205-E873D963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E5BDAB-52D8-A0F3-FD87-727234CA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22DA-C118-BD27-1A0A-6BBD4DCE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90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6DFDC-9996-1C5B-3DE4-EA79CF3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26F07-6FA3-7BBD-71E6-3316F06E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FAEA9-5534-8E5C-BF6A-C0D7D447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02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8158-B5C9-966C-5DDC-115FAB82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8C2BB-95A9-23B3-EE40-F8BA576A4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6B61F-A734-2E20-4573-1C80A7AB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DA33-0A30-DA40-E2BC-DC4E911F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9AEDD-4DA8-04F8-DD0B-AF752A28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17DD2-CBFE-40D9-38CC-6836F022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97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74D8-0219-1C47-4016-82FAA08F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F2188-D504-4F97-5A7F-F446147BD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DC4E-55CA-168C-2E5A-CA1F05440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83CEA-0F02-9DB0-E371-F579994B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32377-7091-F2D6-539D-E6E44A83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0D246-20F1-2AE6-D802-1B00485E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34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6C07-7F27-3255-588A-AE48580D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C9888-8284-D320-EB85-BB5C9722F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632BB-0F52-8918-5362-1ED89DA8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623A-7FA1-108B-47F5-2701E285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63822-7BBB-109D-95A2-CA403A6F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9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283C2-D520-6690-FC18-7F04259E5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96CA8-251A-65F0-7DB7-4C257E178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9018F-6C32-4523-9BCB-283BDA3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851-8834-608E-9481-72BB5E4A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1ABB5-2C57-B509-1013-DB8114B6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780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AA41-690F-4986-CEB5-6DC3EAAC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DADB-78AB-36FE-955B-3E8948CD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5CDD-D2F6-DEE1-7BB5-E56E6D80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87122-ECEA-4B9B-8A07-49642C8AA48C}" type="datetimeFigureOut">
              <a:rPr lang="en-GB" smtClean="0"/>
              <a:t>09/05/2022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DB772-86D3-C9BC-94D2-5E682AFAC7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DCE7C-1C3B-F966-783F-08C2B365EE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27985-7F28-43C5-BACD-FFF7E9EEE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2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4606-9532-E004-FFB5-2976A7B8E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RTB - CVD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6E0AF-9D7A-FF20-7D03-8C197853E7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Apr 2022</a:t>
            </a:r>
          </a:p>
        </p:txBody>
      </p:sp>
    </p:spTree>
    <p:extLst>
      <p:ext uri="{BB962C8B-B14F-4D97-AF65-F5344CB8AC3E}">
        <p14:creationId xmlns:p14="http://schemas.microsoft.com/office/powerpoint/2010/main" val="3369981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220D85-4946-9328-4899-D369ABF3D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097227"/>
              </p:ext>
            </p:extLst>
          </p:nvPr>
        </p:nvGraphicFramePr>
        <p:xfrm>
          <a:off x="7945516" y="877241"/>
          <a:ext cx="3659264" cy="1999125"/>
        </p:xfrm>
        <a:graphic>
          <a:graphicData uri="http://schemas.openxmlformats.org/drawingml/2006/table">
            <a:tbl>
              <a:tblPr/>
              <a:tblGrid>
                <a:gridCol w="745837">
                  <a:extLst>
                    <a:ext uri="{9D8B030D-6E8A-4147-A177-3AD203B41FA5}">
                      <a16:colId xmlns:a16="http://schemas.microsoft.com/office/drawing/2014/main" val="3528313856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2379660707"/>
                    </a:ext>
                  </a:extLst>
                </a:gridCol>
                <a:gridCol w="908989">
                  <a:extLst>
                    <a:ext uri="{9D8B030D-6E8A-4147-A177-3AD203B41FA5}">
                      <a16:colId xmlns:a16="http://schemas.microsoft.com/office/drawing/2014/main" val="3322741957"/>
                    </a:ext>
                  </a:extLst>
                </a:gridCol>
                <a:gridCol w="1095449">
                  <a:extLst>
                    <a:ext uri="{9D8B030D-6E8A-4147-A177-3AD203B41FA5}">
                      <a16:colId xmlns:a16="http://schemas.microsoft.com/office/drawing/2014/main" val="2676024262"/>
                    </a:ext>
                  </a:extLst>
                </a:gridCol>
              </a:tblGrid>
              <a:tr h="66637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 Resource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11320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260/230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469954"/>
                  </a:ext>
                </a:extLst>
              </a:tr>
              <a:tr h="666375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1.75 - 2.04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&gt;1.5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&gt; 30ng/</a:t>
                      </a:r>
                      <a:r>
                        <a:rPr lang="en-GB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ul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728174"/>
                  </a:ext>
                </a:extLst>
              </a:tr>
            </a:tbl>
          </a:graphicData>
        </a:graphic>
      </p:graphicFrame>
      <p:pic>
        <p:nvPicPr>
          <p:cNvPr id="2058" name="Picture 10">
            <a:extLst>
              <a:ext uri="{FF2B5EF4-FFF2-40B4-BE49-F238E27FC236}">
                <a16:creationId xmlns:a16="http://schemas.microsoft.com/office/drawing/2014/main" id="{FABCADB0-A6A8-9E0E-94AE-EFADB417F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4" y="700088"/>
            <a:ext cx="5972175" cy="51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23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5BF-4F8F-1A68-A93F-3C79C70A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037" y="46830"/>
            <a:ext cx="9305925" cy="724695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OD260/280 (1.75 – 2.04)</a:t>
            </a:r>
          </a:p>
        </p:txBody>
      </p:sp>
      <p:pic>
        <p:nvPicPr>
          <p:cNvPr id="25" name="Picture 24" descr="Chart, scatter chart&#10;&#10;Description automatically generated">
            <a:extLst>
              <a:ext uri="{FF2B5EF4-FFF2-40B4-BE49-F238E27FC236}">
                <a16:creationId xmlns:a16="http://schemas.microsoft.com/office/drawing/2014/main" id="{41DDF79A-D327-E67B-3163-683A959B5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8" y="671512"/>
            <a:ext cx="6872288" cy="36703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A51F05-14DA-6454-B097-7FCD9B211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462" y="2117771"/>
            <a:ext cx="4752975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2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0813-C685-F0FB-9478-6B1A40EE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107673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OD260/230 (&gt;1.5)</a:t>
            </a:r>
          </a:p>
        </p:txBody>
      </p:sp>
      <p:pic>
        <p:nvPicPr>
          <p:cNvPr id="20" name="Picture 19" descr="Chart, scatter chart&#10;&#10;Description automatically generated">
            <a:extLst>
              <a:ext uri="{FF2B5EF4-FFF2-40B4-BE49-F238E27FC236}">
                <a16:creationId xmlns:a16="http://schemas.microsoft.com/office/drawing/2014/main" id="{229BFC96-D794-A6D1-577B-E8BCBA074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8" y="690562"/>
            <a:ext cx="7071352" cy="37766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3705485-A124-3E74-0492-20D14827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4991100"/>
            <a:ext cx="48196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0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6F857-955F-2E2F-E39D-5B569E8C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4887"/>
          </a:xfrm>
        </p:spPr>
        <p:txBody>
          <a:bodyPr>
            <a:normAutofit fontScale="90000"/>
          </a:bodyPr>
          <a:lstStyle/>
          <a:p>
            <a:r>
              <a:rPr lang="en-GB" dirty="0"/>
              <a:t>Contamination : Concentration (&gt; 30 ng/</a:t>
            </a:r>
            <a:r>
              <a:rPr lang="en-GB" dirty="0" err="1"/>
              <a:t>ul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F8DC-6085-26C4-2C9A-194B4D990F81}"/>
              </a:ext>
            </a:extLst>
          </p:cNvPr>
          <p:cNvSpPr txBox="1"/>
          <p:nvPr/>
        </p:nvSpPr>
        <p:spPr>
          <a:xfrm>
            <a:off x="666750" y="1428750"/>
            <a:ext cx="972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only one contamination in the concentration. (</a:t>
            </a:r>
            <a:r>
              <a:rPr lang="en-US" dirty="0" err="1"/>
              <a:t>ie</a:t>
            </a:r>
            <a:r>
              <a:rPr lang="en-US" dirty="0"/>
              <a:t>) One of the samples has &lt; 30 ng/</a:t>
            </a:r>
            <a:r>
              <a:rPr lang="en-US" dirty="0" err="1"/>
              <a:t>ul</a:t>
            </a:r>
            <a:r>
              <a:rPr lang="en-US" dirty="0"/>
              <a:t> concentration.</a:t>
            </a:r>
            <a:endParaRPr lang="en-GB" dirty="0"/>
          </a:p>
        </p:txBody>
      </p:sp>
      <p:pic>
        <p:nvPicPr>
          <p:cNvPr id="17" name="Picture 16" descr="Chart&#10;&#10;Description automatically generated">
            <a:extLst>
              <a:ext uri="{FF2B5EF4-FFF2-40B4-BE49-F238E27FC236}">
                <a16:creationId xmlns:a16="http://schemas.microsoft.com/office/drawing/2014/main" id="{486ECD86-944F-30C8-E7D3-D208C473D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" y="2075081"/>
            <a:ext cx="8653463" cy="46216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72307B-DF4D-278C-25C7-8E78D1F50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75" y="1959412"/>
            <a:ext cx="51149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72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RTB - CVD</vt:lpstr>
      <vt:lpstr>PowerPoint Presentation</vt:lpstr>
      <vt:lpstr>Contamination : OD260/280 (1.75 – 2.04)</vt:lpstr>
      <vt:lpstr>Contamination : OD260/230 (&gt;1.5)</vt:lpstr>
      <vt:lpstr>Contamination : Concentration (&gt; 30 ng/ul)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RTB - NAFLD</dc:title>
  <dc:creator>Hemasundary Ramasamy</dc:creator>
  <cp:lastModifiedBy>Hemasundary Ramasamy</cp:lastModifiedBy>
  <cp:revision>4</cp:revision>
  <dcterms:created xsi:type="dcterms:W3CDTF">2022-05-09T09:21:27Z</dcterms:created>
  <dcterms:modified xsi:type="dcterms:W3CDTF">2022-05-09T13:55:58Z</dcterms:modified>
</cp:coreProperties>
</file>