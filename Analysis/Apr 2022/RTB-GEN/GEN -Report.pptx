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B461A-AF18-400F-89C6-E68BCB442F6F}" v="1" dt="2022-05-09T13:56:17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5FCB461A-AF18-400F-89C6-E68BCB442F6F}"/>
    <pc:docChg chg="undo custSel addSld delSld modSld">
      <pc:chgData name="Hemasundary Ramasamy" userId="32466fd7-10da-4b50-b010-1469a156c209" providerId="ADAL" clId="{5FCB461A-AF18-400F-89C6-E68BCB442F6F}" dt="2022-05-09T13:56:43.740" v="11" actId="20577"/>
      <pc:docMkLst>
        <pc:docMk/>
      </pc:docMkLst>
      <pc:sldChg chg="modSp mod">
        <pc:chgData name="Hemasundary Ramasamy" userId="32466fd7-10da-4b50-b010-1469a156c209" providerId="ADAL" clId="{5FCB461A-AF18-400F-89C6-E68BCB442F6F}" dt="2022-05-09T13:56:43.740" v="11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5FCB461A-AF18-400F-89C6-E68BCB442F6F}" dt="2022-05-09T13:56:43.740" v="11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delSp add del mod">
        <pc:chgData name="Hemasundary Ramasamy" userId="32466fd7-10da-4b50-b010-1469a156c209" providerId="ADAL" clId="{5FCB461A-AF18-400F-89C6-E68BCB442F6F}" dt="2022-05-09T13:56:22.513" v="4" actId="478"/>
        <pc:sldMkLst>
          <pc:docMk/>
          <pc:sldMk cId="3971527582" sldId="257"/>
        </pc:sldMkLst>
        <pc:picChg chg="del">
          <ac:chgData name="Hemasundary Ramasamy" userId="32466fd7-10da-4b50-b010-1469a156c209" providerId="ADAL" clId="{5FCB461A-AF18-400F-89C6-E68BCB442F6F}" dt="2022-05-09T13:56:21.691" v="3" actId="478"/>
          <ac:picMkLst>
            <pc:docMk/>
            <pc:sldMk cId="3971527582" sldId="257"/>
            <ac:picMk id="25" creationId="{41DDF79A-D327-E67B-3163-683A959B5A08}"/>
          </ac:picMkLst>
        </pc:picChg>
        <pc:picChg chg="del">
          <ac:chgData name="Hemasundary Ramasamy" userId="32466fd7-10da-4b50-b010-1469a156c209" providerId="ADAL" clId="{5FCB461A-AF18-400F-89C6-E68BCB442F6F}" dt="2022-05-09T13:56:22.513" v="4" actId="478"/>
          <ac:picMkLst>
            <pc:docMk/>
            <pc:sldMk cId="3971527582" sldId="257"/>
            <ac:picMk id="27" creationId="{1FA51F05-14DA-6454-B097-7FCD9B211712}"/>
          </ac:picMkLst>
        </pc:picChg>
      </pc:sldChg>
      <pc:sldChg chg="delSp mod">
        <pc:chgData name="Hemasundary Ramasamy" userId="32466fd7-10da-4b50-b010-1469a156c209" providerId="ADAL" clId="{5FCB461A-AF18-400F-89C6-E68BCB442F6F}" dt="2022-05-09T13:56:25.308" v="6" actId="478"/>
        <pc:sldMkLst>
          <pc:docMk/>
          <pc:sldMk cId="3191307063" sldId="258"/>
        </pc:sldMkLst>
        <pc:picChg chg="del">
          <ac:chgData name="Hemasundary Ramasamy" userId="32466fd7-10da-4b50-b010-1469a156c209" providerId="ADAL" clId="{5FCB461A-AF18-400F-89C6-E68BCB442F6F}" dt="2022-05-09T13:56:24.303" v="5" actId="478"/>
          <ac:picMkLst>
            <pc:docMk/>
            <pc:sldMk cId="3191307063" sldId="258"/>
            <ac:picMk id="20" creationId="{229BFC96-D794-A6D1-577B-E8BCBA07449D}"/>
          </ac:picMkLst>
        </pc:picChg>
        <pc:picChg chg="del">
          <ac:chgData name="Hemasundary Ramasamy" userId="32466fd7-10da-4b50-b010-1469a156c209" providerId="ADAL" clId="{5FCB461A-AF18-400F-89C6-E68BCB442F6F}" dt="2022-05-09T13:56:25.308" v="6" actId="478"/>
          <ac:picMkLst>
            <pc:docMk/>
            <pc:sldMk cId="3191307063" sldId="258"/>
            <ac:picMk id="22" creationId="{23705485-A124-3E74-0492-20D1482771BC}"/>
          </ac:picMkLst>
        </pc:picChg>
      </pc:sldChg>
      <pc:sldChg chg="delSp mod">
        <pc:chgData name="Hemasundary Ramasamy" userId="32466fd7-10da-4b50-b010-1469a156c209" providerId="ADAL" clId="{5FCB461A-AF18-400F-89C6-E68BCB442F6F}" dt="2022-05-09T13:56:27.903" v="8" actId="478"/>
        <pc:sldMkLst>
          <pc:docMk/>
          <pc:sldMk cId="3386745126" sldId="259"/>
        </pc:sldMkLst>
        <pc:picChg chg="del">
          <ac:chgData name="Hemasundary Ramasamy" userId="32466fd7-10da-4b50-b010-1469a156c209" providerId="ADAL" clId="{5FCB461A-AF18-400F-89C6-E68BCB442F6F}" dt="2022-05-09T13:56:27.193" v="7" actId="478"/>
          <ac:picMkLst>
            <pc:docMk/>
            <pc:sldMk cId="3386745126" sldId="259"/>
            <ac:picMk id="17" creationId="{486ECD86-944F-30C8-E7D3-D208C473D8DB}"/>
          </ac:picMkLst>
        </pc:picChg>
        <pc:picChg chg="del">
          <ac:chgData name="Hemasundary Ramasamy" userId="32466fd7-10da-4b50-b010-1469a156c209" providerId="ADAL" clId="{5FCB461A-AF18-400F-89C6-E68BCB442F6F}" dt="2022-05-09T13:56:27.903" v="8" actId="478"/>
          <ac:picMkLst>
            <pc:docMk/>
            <pc:sldMk cId="3386745126" sldId="259"/>
            <ac:picMk id="19" creationId="{0672307B-DF4D-278C-25C7-8E78D1F50F3D}"/>
          </ac:picMkLst>
        </pc:picChg>
      </pc:sldChg>
      <pc:sldChg chg="delSp">
        <pc:chgData name="Hemasundary Ramasamy" userId="32466fd7-10da-4b50-b010-1469a156c209" providerId="ADAL" clId="{5FCB461A-AF18-400F-89C6-E68BCB442F6F}" dt="2022-05-09T13:56:17.007" v="0" actId="478"/>
        <pc:sldMkLst>
          <pc:docMk/>
          <pc:sldMk cId="2268233051" sldId="260"/>
        </pc:sldMkLst>
        <pc:picChg chg="del">
          <ac:chgData name="Hemasundary Ramasamy" userId="32466fd7-10da-4b50-b010-1469a156c209" providerId="ADAL" clId="{5FCB461A-AF18-400F-89C6-E68BCB442F6F}" dt="2022-05-09T13:56:17.007" v="0" actId="478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GEN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666750" y="1428750"/>
            <a:ext cx="972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only one contamination in the concentration. (</a:t>
            </a:r>
            <a:r>
              <a:rPr lang="en-US" dirty="0" err="1"/>
              <a:t>ie</a:t>
            </a:r>
            <a:r>
              <a:rPr lang="en-US" dirty="0"/>
              <a:t>) One of the samples has &lt; 30 ng/</a:t>
            </a:r>
            <a:r>
              <a:rPr lang="en-US" dirty="0" err="1"/>
              <a:t>ul</a:t>
            </a:r>
            <a:r>
              <a:rPr lang="en-US" dirty="0"/>
              <a:t> concentration.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GEN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5</cp:revision>
  <dcterms:created xsi:type="dcterms:W3CDTF">2022-05-09T09:21:27Z</dcterms:created>
  <dcterms:modified xsi:type="dcterms:W3CDTF">2022-05-09T13:56:45Z</dcterms:modified>
</cp:coreProperties>
</file>