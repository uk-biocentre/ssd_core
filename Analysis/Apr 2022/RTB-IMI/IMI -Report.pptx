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13951-54B1-4B99-B1AC-357B8FA341BE}" v="7" dt="2022-05-09T13:54:23.982"/>
    <p1510:client id="{BC3071FD-06B1-45D8-9A71-CD28B72AFB4F}" v="8" dt="2022-05-09T15:51:34.563"/>
    <p1510:client id="{C6E79542-F2B5-41ED-8525-AE0A1991EAF5}" v="10" dt="2022-05-09T15:37:05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undary Ramasamy" userId="32466fd7-10da-4b50-b010-1469a156c209" providerId="ADAL" clId="{2BA13951-54B1-4B99-B1AC-357B8FA341BE}"/>
    <pc:docChg chg="custSel modSld">
      <pc:chgData name="Hemasundary Ramasamy" userId="32466fd7-10da-4b50-b010-1469a156c209" providerId="ADAL" clId="{2BA13951-54B1-4B99-B1AC-357B8FA341BE}" dt="2022-05-09T13:55:56.561" v="125" actId="1076"/>
      <pc:docMkLst>
        <pc:docMk/>
      </pc:docMkLst>
      <pc:sldChg chg="modSp mod">
        <pc:chgData name="Hemasundary Ramasamy" userId="32466fd7-10da-4b50-b010-1469a156c209" providerId="ADAL" clId="{2BA13951-54B1-4B99-B1AC-357B8FA341BE}" dt="2022-05-09T12:02:01.508" v="8" actId="20577"/>
        <pc:sldMkLst>
          <pc:docMk/>
          <pc:sldMk cId="3369981812" sldId="256"/>
        </pc:sldMkLst>
        <pc:spChg chg="mod">
          <ac:chgData name="Hemasundary Ramasamy" userId="32466fd7-10da-4b50-b010-1469a156c209" providerId="ADAL" clId="{2BA13951-54B1-4B99-B1AC-357B8FA341BE}" dt="2022-05-09T12:02:01.508" v="8" actId="20577"/>
          <ac:spMkLst>
            <pc:docMk/>
            <pc:sldMk cId="3369981812" sldId="256"/>
            <ac:spMk id="2" creationId="{62754606-9532-E004-FFB5-2976A7B8E4DC}"/>
          </ac:spMkLst>
        </pc:spChg>
      </pc:sldChg>
      <pc:sldChg chg="addSp delSp modSp mod">
        <pc:chgData name="Hemasundary Ramasamy" userId="32466fd7-10da-4b50-b010-1469a156c209" providerId="ADAL" clId="{2BA13951-54B1-4B99-B1AC-357B8FA341BE}" dt="2022-05-09T13:53:17.377" v="33" actId="1076"/>
        <pc:sldMkLst>
          <pc:docMk/>
          <pc:sldMk cId="3971527582" sldId="257"/>
        </pc:sldMkLst>
        <pc:picChg chg="del">
          <ac:chgData name="Hemasundary Ramasamy" userId="32466fd7-10da-4b50-b010-1469a156c209" providerId="ADAL" clId="{2BA13951-54B1-4B99-B1AC-357B8FA341BE}" dt="2022-05-09T12:01:48.954" v="0" actId="478"/>
          <ac:picMkLst>
            <pc:docMk/>
            <pc:sldMk cId="3971527582" sldId="257"/>
            <ac:picMk id="21" creationId="{5DC4100F-CEDF-10BB-5A10-51A06257B594}"/>
          </ac:picMkLst>
        </pc:picChg>
        <pc:picChg chg="del">
          <ac:chgData name="Hemasundary Ramasamy" userId="32466fd7-10da-4b50-b010-1469a156c209" providerId="ADAL" clId="{2BA13951-54B1-4B99-B1AC-357B8FA341BE}" dt="2022-05-09T12:01:51.019" v="1" actId="478"/>
          <ac:picMkLst>
            <pc:docMk/>
            <pc:sldMk cId="3971527582" sldId="257"/>
            <ac:picMk id="23" creationId="{FC2FADEF-9F5D-4389-EA37-8409941360C2}"/>
          </ac:picMkLst>
        </pc:picChg>
        <pc:picChg chg="add mod">
          <ac:chgData name="Hemasundary Ramasamy" userId="32466fd7-10da-4b50-b010-1469a156c209" providerId="ADAL" clId="{2BA13951-54B1-4B99-B1AC-357B8FA341BE}" dt="2022-05-09T13:52:51.040" v="31" actId="1037"/>
          <ac:picMkLst>
            <pc:docMk/>
            <pc:sldMk cId="3971527582" sldId="257"/>
            <ac:picMk id="25" creationId="{41DDF79A-D327-E67B-3163-683A959B5A08}"/>
          </ac:picMkLst>
        </pc:picChg>
        <pc:picChg chg="add mod">
          <ac:chgData name="Hemasundary Ramasamy" userId="32466fd7-10da-4b50-b010-1469a156c209" providerId="ADAL" clId="{2BA13951-54B1-4B99-B1AC-357B8FA341BE}" dt="2022-05-09T13:53:17.377" v="33" actId="1076"/>
          <ac:picMkLst>
            <pc:docMk/>
            <pc:sldMk cId="3971527582" sldId="257"/>
            <ac:picMk id="27" creationId="{1FA51F05-14DA-6454-B097-7FCD9B211712}"/>
          </ac:picMkLst>
        </pc:picChg>
      </pc:sldChg>
      <pc:sldChg chg="addSp delSp modSp mod">
        <pc:chgData name="Hemasundary Ramasamy" userId="32466fd7-10da-4b50-b010-1469a156c209" providerId="ADAL" clId="{2BA13951-54B1-4B99-B1AC-357B8FA341BE}" dt="2022-05-09T13:54:03.984" v="40" actId="1076"/>
        <pc:sldMkLst>
          <pc:docMk/>
          <pc:sldMk cId="3191307063" sldId="258"/>
        </pc:sldMkLst>
        <pc:picChg chg="del">
          <ac:chgData name="Hemasundary Ramasamy" userId="32466fd7-10da-4b50-b010-1469a156c209" providerId="ADAL" clId="{2BA13951-54B1-4B99-B1AC-357B8FA341BE}" dt="2022-05-09T12:01:52.645" v="2" actId="478"/>
          <ac:picMkLst>
            <pc:docMk/>
            <pc:sldMk cId="3191307063" sldId="258"/>
            <ac:picMk id="16" creationId="{601A4F9E-25D8-1039-5C2D-B311AD6919B3}"/>
          </ac:picMkLst>
        </pc:picChg>
        <pc:picChg chg="del">
          <ac:chgData name="Hemasundary Ramasamy" userId="32466fd7-10da-4b50-b010-1469a156c209" providerId="ADAL" clId="{2BA13951-54B1-4B99-B1AC-357B8FA341BE}" dt="2022-05-09T12:01:53.227" v="3" actId="478"/>
          <ac:picMkLst>
            <pc:docMk/>
            <pc:sldMk cId="3191307063" sldId="258"/>
            <ac:picMk id="18" creationId="{9F96513D-6EDC-0678-60E9-0A9F9B5E6D6A}"/>
          </ac:picMkLst>
        </pc:picChg>
        <pc:picChg chg="add mod">
          <ac:chgData name="Hemasundary Ramasamy" userId="32466fd7-10da-4b50-b010-1469a156c209" providerId="ADAL" clId="{2BA13951-54B1-4B99-B1AC-357B8FA341BE}" dt="2022-05-09T13:53:43.527" v="38" actId="1076"/>
          <ac:picMkLst>
            <pc:docMk/>
            <pc:sldMk cId="3191307063" sldId="258"/>
            <ac:picMk id="20" creationId="{229BFC96-D794-A6D1-577B-E8BCBA07449D}"/>
          </ac:picMkLst>
        </pc:picChg>
        <pc:picChg chg="add mod">
          <ac:chgData name="Hemasundary Ramasamy" userId="32466fd7-10da-4b50-b010-1469a156c209" providerId="ADAL" clId="{2BA13951-54B1-4B99-B1AC-357B8FA341BE}" dt="2022-05-09T13:54:03.984" v="40" actId="1076"/>
          <ac:picMkLst>
            <pc:docMk/>
            <pc:sldMk cId="3191307063" sldId="258"/>
            <ac:picMk id="22" creationId="{23705485-A124-3E74-0492-20D1482771BC}"/>
          </ac:picMkLst>
        </pc:picChg>
      </pc:sldChg>
      <pc:sldChg chg="addSp delSp modSp mod">
        <pc:chgData name="Hemasundary Ramasamy" userId="32466fd7-10da-4b50-b010-1469a156c209" providerId="ADAL" clId="{2BA13951-54B1-4B99-B1AC-357B8FA341BE}" dt="2022-05-09T13:55:56.561" v="125" actId="1076"/>
        <pc:sldMkLst>
          <pc:docMk/>
          <pc:sldMk cId="3386745126" sldId="259"/>
        </pc:sldMkLst>
        <pc:spChg chg="mod">
          <ac:chgData name="Hemasundary Ramasamy" userId="32466fd7-10da-4b50-b010-1469a156c209" providerId="ADAL" clId="{2BA13951-54B1-4B99-B1AC-357B8FA341BE}" dt="2022-05-09T13:55:25.573" v="123" actId="20577"/>
          <ac:spMkLst>
            <pc:docMk/>
            <pc:sldMk cId="3386745126" sldId="259"/>
            <ac:spMk id="9" creationId="{8E3EF8DC-6085-26C4-2C9A-194B4D990F81}"/>
          </ac:spMkLst>
        </pc:spChg>
        <pc:picChg chg="del">
          <ac:chgData name="Hemasundary Ramasamy" userId="32466fd7-10da-4b50-b010-1469a156c209" providerId="ADAL" clId="{2BA13951-54B1-4B99-B1AC-357B8FA341BE}" dt="2022-05-09T12:01:55.439" v="4" actId="478"/>
          <ac:picMkLst>
            <pc:docMk/>
            <pc:sldMk cId="3386745126" sldId="259"/>
            <ac:picMk id="15" creationId="{E9E7E3A4-656E-980E-985E-23AD7262027B}"/>
          </ac:picMkLst>
        </pc:picChg>
        <pc:picChg chg="add mod">
          <ac:chgData name="Hemasundary Ramasamy" userId="32466fd7-10da-4b50-b010-1469a156c209" providerId="ADAL" clId="{2BA13951-54B1-4B99-B1AC-357B8FA341BE}" dt="2022-05-09T13:54:32.813" v="46" actId="1076"/>
          <ac:picMkLst>
            <pc:docMk/>
            <pc:sldMk cId="3386745126" sldId="259"/>
            <ac:picMk id="17" creationId="{486ECD86-944F-30C8-E7D3-D208C473D8DB}"/>
          </ac:picMkLst>
        </pc:picChg>
        <pc:picChg chg="add mod">
          <ac:chgData name="Hemasundary Ramasamy" userId="32466fd7-10da-4b50-b010-1469a156c209" providerId="ADAL" clId="{2BA13951-54B1-4B99-B1AC-357B8FA341BE}" dt="2022-05-09T13:55:56.561" v="125" actId="1076"/>
          <ac:picMkLst>
            <pc:docMk/>
            <pc:sldMk cId="3386745126" sldId="259"/>
            <ac:picMk id="19" creationId="{0672307B-DF4D-278C-25C7-8E78D1F50F3D}"/>
          </ac:picMkLst>
        </pc:picChg>
      </pc:sldChg>
      <pc:sldChg chg="addSp delSp modSp">
        <pc:chgData name="Hemasundary Ramasamy" userId="32466fd7-10da-4b50-b010-1469a156c209" providerId="ADAL" clId="{2BA13951-54B1-4B99-B1AC-357B8FA341BE}" dt="2022-05-09T13:52:20.096" v="11" actId="14100"/>
        <pc:sldMkLst>
          <pc:docMk/>
          <pc:sldMk cId="2268233051" sldId="260"/>
        </pc:sldMkLst>
        <pc:picChg chg="del">
          <ac:chgData name="Hemasundary Ramasamy" userId="32466fd7-10da-4b50-b010-1469a156c209" providerId="ADAL" clId="{2BA13951-54B1-4B99-B1AC-357B8FA341BE}" dt="2022-05-09T12:01:57.208" v="5" actId="478"/>
          <ac:picMkLst>
            <pc:docMk/>
            <pc:sldMk cId="2268233051" sldId="260"/>
            <ac:picMk id="2056" creationId="{0C8AA197-3EA4-45C8-1470-351AD638E107}"/>
          </ac:picMkLst>
        </pc:picChg>
        <pc:picChg chg="add mod">
          <ac:chgData name="Hemasundary Ramasamy" userId="32466fd7-10da-4b50-b010-1469a156c209" providerId="ADAL" clId="{2BA13951-54B1-4B99-B1AC-357B8FA341BE}" dt="2022-05-09T13:52:20.096" v="11" actId="14100"/>
          <ac:picMkLst>
            <pc:docMk/>
            <pc:sldMk cId="2268233051" sldId="260"/>
            <ac:picMk id="2058" creationId="{FABCADB0-A6A8-9E0E-94AE-EFADB417FFE9}"/>
          </ac:picMkLst>
        </pc:picChg>
      </pc:sldChg>
    </pc:docChg>
  </pc:docChgLst>
  <pc:docChgLst>
    <pc:chgData name="Hemasundary Ramasamy" userId="32466fd7-10da-4b50-b010-1469a156c209" providerId="ADAL" clId="{C6E79542-F2B5-41ED-8525-AE0A1991EAF5}"/>
    <pc:docChg chg="custSel modSld">
      <pc:chgData name="Hemasundary Ramasamy" userId="32466fd7-10da-4b50-b010-1469a156c209" providerId="ADAL" clId="{C6E79542-F2B5-41ED-8525-AE0A1991EAF5}" dt="2022-05-09T15:37:35.921" v="66" actId="20577"/>
      <pc:docMkLst>
        <pc:docMk/>
      </pc:docMkLst>
      <pc:sldChg chg="modSp mod">
        <pc:chgData name="Hemasundary Ramasamy" userId="32466fd7-10da-4b50-b010-1469a156c209" providerId="ADAL" clId="{C6E79542-F2B5-41ED-8525-AE0A1991EAF5}" dt="2022-05-09T15:30:03.457" v="11" actId="20577"/>
        <pc:sldMkLst>
          <pc:docMk/>
          <pc:sldMk cId="3369981812" sldId="256"/>
        </pc:sldMkLst>
        <pc:spChg chg="mod">
          <ac:chgData name="Hemasundary Ramasamy" userId="32466fd7-10da-4b50-b010-1469a156c209" providerId="ADAL" clId="{C6E79542-F2B5-41ED-8525-AE0A1991EAF5}" dt="2022-05-09T15:30:03.457" v="11" actId="20577"/>
          <ac:spMkLst>
            <pc:docMk/>
            <pc:sldMk cId="3369981812" sldId="256"/>
            <ac:spMk id="2" creationId="{62754606-9532-E004-FFB5-2976A7B8E4DC}"/>
          </ac:spMkLst>
        </pc:spChg>
      </pc:sldChg>
      <pc:sldChg chg="addSp delSp modSp mod">
        <pc:chgData name="Hemasundary Ramasamy" userId="32466fd7-10da-4b50-b010-1469a156c209" providerId="ADAL" clId="{C6E79542-F2B5-41ED-8525-AE0A1991EAF5}" dt="2022-05-09T15:34:54.903" v="36" actId="1076"/>
        <pc:sldMkLst>
          <pc:docMk/>
          <pc:sldMk cId="3971527582" sldId="257"/>
        </pc:sldMkLst>
        <pc:graphicFrameChg chg="add del mod modGraphic">
          <ac:chgData name="Hemasundary Ramasamy" userId="32466fd7-10da-4b50-b010-1469a156c209" providerId="ADAL" clId="{C6E79542-F2B5-41ED-8525-AE0A1991EAF5}" dt="2022-05-09T15:34:12.890" v="23" actId="478"/>
          <ac:graphicFrameMkLst>
            <pc:docMk/>
            <pc:sldMk cId="3971527582" sldId="257"/>
            <ac:graphicFrameMk id="5" creationId="{D2DED924-722F-0214-3A40-EEA7015D3976}"/>
          </ac:graphicFrameMkLst>
        </pc:graphicFrameChg>
        <pc:graphicFrameChg chg="add mod modGraphic">
          <ac:chgData name="Hemasundary Ramasamy" userId="32466fd7-10da-4b50-b010-1469a156c209" providerId="ADAL" clId="{C6E79542-F2B5-41ED-8525-AE0A1991EAF5}" dt="2022-05-09T15:34:54.903" v="36" actId="1076"/>
          <ac:graphicFrameMkLst>
            <pc:docMk/>
            <pc:sldMk cId="3971527582" sldId="257"/>
            <ac:graphicFrameMk id="6" creationId="{E5776CBD-5A8B-07E9-A92D-64106B17455E}"/>
          </ac:graphicFrameMkLst>
        </pc:graphicFrameChg>
        <pc:picChg chg="add mod">
          <ac:chgData name="Hemasundary Ramasamy" userId="32466fd7-10da-4b50-b010-1469a156c209" providerId="ADAL" clId="{C6E79542-F2B5-41ED-8525-AE0A1991EAF5}" dt="2022-05-09T15:30:44.031" v="19" actId="1076"/>
          <ac:picMkLst>
            <pc:docMk/>
            <pc:sldMk cId="3971527582" sldId="257"/>
            <ac:picMk id="4" creationId="{D4743BDA-9C24-903B-6A40-F00057EC5768}"/>
          </ac:picMkLst>
        </pc:picChg>
        <pc:picChg chg="del mod">
          <ac:chgData name="Hemasundary Ramasamy" userId="32466fd7-10da-4b50-b010-1469a156c209" providerId="ADAL" clId="{C6E79542-F2B5-41ED-8525-AE0A1991EAF5}" dt="2022-05-09T15:29:47.919" v="3" actId="478"/>
          <ac:picMkLst>
            <pc:docMk/>
            <pc:sldMk cId="3971527582" sldId="257"/>
            <ac:picMk id="25" creationId="{41DDF79A-D327-E67B-3163-683A959B5A08}"/>
          </ac:picMkLst>
        </pc:picChg>
        <pc:picChg chg="del">
          <ac:chgData name="Hemasundary Ramasamy" userId="32466fd7-10da-4b50-b010-1469a156c209" providerId="ADAL" clId="{C6E79542-F2B5-41ED-8525-AE0A1991EAF5}" dt="2022-05-09T15:29:49.502" v="4" actId="478"/>
          <ac:picMkLst>
            <pc:docMk/>
            <pc:sldMk cId="3971527582" sldId="257"/>
            <ac:picMk id="27" creationId="{1FA51F05-14DA-6454-B097-7FCD9B211712}"/>
          </ac:picMkLst>
        </pc:picChg>
      </pc:sldChg>
      <pc:sldChg chg="addSp delSp modSp mod">
        <pc:chgData name="Hemasundary Ramasamy" userId="32466fd7-10da-4b50-b010-1469a156c209" providerId="ADAL" clId="{C6E79542-F2B5-41ED-8525-AE0A1991EAF5}" dt="2022-05-09T15:36:22.103" v="44" actId="14100"/>
        <pc:sldMkLst>
          <pc:docMk/>
          <pc:sldMk cId="3191307063" sldId="258"/>
        </pc:sldMkLst>
        <pc:picChg chg="add mod">
          <ac:chgData name="Hemasundary Ramasamy" userId="32466fd7-10da-4b50-b010-1469a156c209" providerId="ADAL" clId="{C6E79542-F2B5-41ED-8525-AE0A1991EAF5}" dt="2022-05-09T15:36:22.103" v="44" actId="14100"/>
          <ac:picMkLst>
            <pc:docMk/>
            <pc:sldMk cId="3191307063" sldId="258"/>
            <ac:picMk id="4" creationId="{EE4890E6-A786-D8F1-DC60-B535958819B0}"/>
          </ac:picMkLst>
        </pc:picChg>
        <pc:picChg chg="add mod">
          <ac:chgData name="Hemasundary Ramasamy" userId="32466fd7-10da-4b50-b010-1469a156c209" providerId="ADAL" clId="{C6E79542-F2B5-41ED-8525-AE0A1991EAF5}" dt="2022-05-09T15:36:17.453" v="43" actId="1076"/>
          <ac:picMkLst>
            <pc:docMk/>
            <pc:sldMk cId="3191307063" sldId="258"/>
            <ac:picMk id="6" creationId="{77AFA41E-0278-8E67-7217-3EF7F067F00E}"/>
          </ac:picMkLst>
        </pc:picChg>
        <pc:picChg chg="del">
          <ac:chgData name="Hemasundary Ramasamy" userId="32466fd7-10da-4b50-b010-1469a156c209" providerId="ADAL" clId="{C6E79542-F2B5-41ED-8525-AE0A1991EAF5}" dt="2022-05-09T15:29:52.864" v="5" actId="478"/>
          <ac:picMkLst>
            <pc:docMk/>
            <pc:sldMk cId="3191307063" sldId="258"/>
            <ac:picMk id="20" creationId="{229BFC96-D794-A6D1-577B-E8BCBA07449D}"/>
          </ac:picMkLst>
        </pc:picChg>
        <pc:picChg chg="del">
          <ac:chgData name="Hemasundary Ramasamy" userId="32466fd7-10da-4b50-b010-1469a156c209" providerId="ADAL" clId="{C6E79542-F2B5-41ED-8525-AE0A1991EAF5}" dt="2022-05-09T15:29:54.379" v="6" actId="478"/>
          <ac:picMkLst>
            <pc:docMk/>
            <pc:sldMk cId="3191307063" sldId="258"/>
            <ac:picMk id="22" creationId="{23705485-A124-3E74-0492-20D1482771BC}"/>
          </ac:picMkLst>
        </pc:picChg>
      </pc:sldChg>
      <pc:sldChg chg="addSp delSp modSp mod">
        <pc:chgData name="Hemasundary Ramasamy" userId="32466fd7-10da-4b50-b010-1469a156c209" providerId="ADAL" clId="{C6E79542-F2B5-41ED-8525-AE0A1991EAF5}" dt="2022-05-09T15:37:35.921" v="66" actId="20577"/>
        <pc:sldMkLst>
          <pc:docMk/>
          <pc:sldMk cId="3386745126" sldId="259"/>
        </pc:sldMkLst>
        <pc:spChg chg="mod">
          <ac:chgData name="Hemasundary Ramasamy" userId="32466fd7-10da-4b50-b010-1469a156c209" providerId="ADAL" clId="{C6E79542-F2B5-41ED-8525-AE0A1991EAF5}" dt="2022-05-09T15:37:35.921" v="66" actId="20577"/>
          <ac:spMkLst>
            <pc:docMk/>
            <pc:sldMk cId="3386745126" sldId="259"/>
            <ac:spMk id="9" creationId="{8E3EF8DC-6085-26C4-2C9A-194B4D990F81}"/>
          </ac:spMkLst>
        </pc:spChg>
        <pc:picChg chg="add mod">
          <ac:chgData name="Hemasundary Ramasamy" userId="32466fd7-10da-4b50-b010-1469a156c209" providerId="ADAL" clId="{C6E79542-F2B5-41ED-8525-AE0A1991EAF5}" dt="2022-05-09T15:37:11.329" v="47" actId="27614"/>
          <ac:picMkLst>
            <pc:docMk/>
            <pc:sldMk cId="3386745126" sldId="259"/>
            <ac:picMk id="4" creationId="{E904C3F2-B670-7602-76D2-075000692338}"/>
          </ac:picMkLst>
        </pc:picChg>
        <pc:picChg chg="del">
          <ac:chgData name="Hemasundary Ramasamy" userId="32466fd7-10da-4b50-b010-1469a156c209" providerId="ADAL" clId="{C6E79542-F2B5-41ED-8525-AE0A1991EAF5}" dt="2022-05-09T15:29:57.091" v="7" actId="478"/>
          <ac:picMkLst>
            <pc:docMk/>
            <pc:sldMk cId="3386745126" sldId="259"/>
            <ac:picMk id="17" creationId="{486ECD86-944F-30C8-E7D3-D208C473D8DB}"/>
          </ac:picMkLst>
        </pc:picChg>
        <pc:picChg chg="del">
          <ac:chgData name="Hemasundary Ramasamy" userId="32466fd7-10da-4b50-b010-1469a156c209" providerId="ADAL" clId="{C6E79542-F2B5-41ED-8525-AE0A1991EAF5}" dt="2022-05-09T15:29:58.958" v="8" actId="478"/>
          <ac:picMkLst>
            <pc:docMk/>
            <pc:sldMk cId="3386745126" sldId="259"/>
            <ac:picMk id="19" creationId="{0672307B-DF4D-278C-25C7-8E78D1F50F3D}"/>
          </ac:picMkLst>
        </pc:picChg>
      </pc:sldChg>
      <pc:sldChg chg="addSp delSp modSp">
        <pc:chgData name="Hemasundary Ramasamy" userId="32466fd7-10da-4b50-b010-1469a156c209" providerId="ADAL" clId="{C6E79542-F2B5-41ED-8525-AE0A1991EAF5}" dt="2022-05-09T15:30:33.787" v="17" actId="14100"/>
        <pc:sldMkLst>
          <pc:docMk/>
          <pc:sldMk cId="2268233051" sldId="260"/>
        </pc:sldMkLst>
        <pc:picChg chg="add mod">
          <ac:chgData name="Hemasundary Ramasamy" userId="32466fd7-10da-4b50-b010-1469a156c209" providerId="ADAL" clId="{C6E79542-F2B5-41ED-8525-AE0A1991EAF5}" dt="2022-05-09T15:30:33.787" v="17" actId="14100"/>
          <ac:picMkLst>
            <pc:docMk/>
            <pc:sldMk cId="2268233051" sldId="260"/>
            <ac:picMk id="1026" creationId="{266BC811-8303-7B2E-28A8-1CF14F5E9A2A}"/>
          </ac:picMkLst>
        </pc:picChg>
        <pc:picChg chg="del mod">
          <ac:chgData name="Hemasundary Ramasamy" userId="32466fd7-10da-4b50-b010-1469a156c209" providerId="ADAL" clId="{C6E79542-F2B5-41ED-8525-AE0A1991EAF5}" dt="2022-05-09T15:29:44.321" v="1" actId="478"/>
          <ac:picMkLst>
            <pc:docMk/>
            <pc:sldMk cId="2268233051" sldId="260"/>
            <ac:picMk id="2058" creationId="{FABCADB0-A6A8-9E0E-94AE-EFADB417FFE9}"/>
          </ac:picMkLst>
        </pc:picChg>
      </pc:sldChg>
    </pc:docChg>
  </pc:docChgLst>
  <pc:docChgLst>
    <pc:chgData name="Hemasundary Ramasamy" userId="32466fd7-10da-4b50-b010-1469a156c209" providerId="ADAL" clId="{BC3071FD-06B1-45D8-9A71-CD28B72AFB4F}"/>
    <pc:docChg chg="custSel modSld">
      <pc:chgData name="Hemasundary Ramasamy" userId="32466fd7-10da-4b50-b010-1469a156c209" providerId="ADAL" clId="{BC3071FD-06B1-45D8-9A71-CD28B72AFB4F}" dt="2022-05-09T15:51:37.912" v="56" actId="962"/>
      <pc:docMkLst>
        <pc:docMk/>
      </pc:docMkLst>
      <pc:sldChg chg="modSp mod">
        <pc:chgData name="Hemasundary Ramasamy" userId="32466fd7-10da-4b50-b010-1469a156c209" providerId="ADAL" clId="{BC3071FD-06B1-45D8-9A71-CD28B72AFB4F}" dt="2022-05-09T15:38:27.335" v="9" actId="20577"/>
        <pc:sldMkLst>
          <pc:docMk/>
          <pc:sldMk cId="3369981812" sldId="256"/>
        </pc:sldMkLst>
        <pc:spChg chg="mod">
          <ac:chgData name="Hemasundary Ramasamy" userId="32466fd7-10da-4b50-b010-1469a156c209" providerId="ADAL" clId="{BC3071FD-06B1-45D8-9A71-CD28B72AFB4F}" dt="2022-05-09T15:38:27.335" v="9" actId="20577"/>
          <ac:spMkLst>
            <pc:docMk/>
            <pc:sldMk cId="3369981812" sldId="256"/>
            <ac:spMk id="2" creationId="{62754606-9532-E004-FFB5-2976A7B8E4DC}"/>
          </ac:spMkLst>
        </pc:spChg>
      </pc:sldChg>
      <pc:sldChg chg="addSp delSp modSp mod">
        <pc:chgData name="Hemasundary Ramasamy" userId="32466fd7-10da-4b50-b010-1469a156c209" providerId="ADAL" clId="{BC3071FD-06B1-45D8-9A71-CD28B72AFB4F}" dt="2022-05-09T15:48:44.037" v="43" actId="27636"/>
        <pc:sldMkLst>
          <pc:docMk/>
          <pc:sldMk cId="3971527582" sldId="257"/>
        </pc:sldMkLst>
        <pc:spChg chg="mod">
          <ac:chgData name="Hemasundary Ramasamy" userId="32466fd7-10da-4b50-b010-1469a156c209" providerId="ADAL" clId="{BC3071FD-06B1-45D8-9A71-CD28B72AFB4F}" dt="2022-05-09T15:48:44.037" v="43" actId="27636"/>
          <ac:spMkLst>
            <pc:docMk/>
            <pc:sldMk cId="3971527582" sldId="257"/>
            <ac:spMk id="2" creationId="{A222A5BF-4F8F-1A68-A93F-3C79C70AC7FE}"/>
          </ac:spMkLst>
        </pc:spChg>
        <pc:graphicFrameChg chg="add mod modGraphic">
          <ac:chgData name="Hemasundary Ramasamy" userId="32466fd7-10da-4b50-b010-1469a156c209" providerId="ADAL" clId="{BC3071FD-06B1-45D8-9A71-CD28B72AFB4F}" dt="2022-05-09T15:48:26.530" v="26" actId="14734"/>
          <ac:graphicFrameMkLst>
            <pc:docMk/>
            <pc:sldMk cId="3971527582" sldId="257"/>
            <ac:graphicFrameMk id="5" creationId="{684FA8E3-3CC6-2C0E-B18C-123AAEFB6D67}"/>
          </ac:graphicFrameMkLst>
        </pc:graphicFrameChg>
        <pc:graphicFrameChg chg="del">
          <ac:chgData name="Hemasundary Ramasamy" userId="32466fd7-10da-4b50-b010-1469a156c209" providerId="ADAL" clId="{BC3071FD-06B1-45D8-9A71-CD28B72AFB4F}" dt="2022-05-09T15:38:11.644" v="1" actId="478"/>
          <ac:graphicFrameMkLst>
            <pc:docMk/>
            <pc:sldMk cId="3971527582" sldId="257"/>
            <ac:graphicFrameMk id="6" creationId="{E5776CBD-5A8B-07E9-A92D-64106B17455E}"/>
          </ac:graphicFrameMkLst>
        </pc:graphicFrameChg>
        <pc:picChg chg="add mod">
          <ac:chgData name="Hemasundary Ramasamy" userId="32466fd7-10da-4b50-b010-1469a156c209" providerId="ADAL" clId="{BC3071FD-06B1-45D8-9A71-CD28B72AFB4F}" dt="2022-05-09T15:48:34.608" v="41" actId="1037"/>
          <ac:picMkLst>
            <pc:docMk/>
            <pc:sldMk cId="3971527582" sldId="257"/>
            <ac:picMk id="4" creationId="{64F8A88D-C848-2083-2DA8-F7AA828786D1}"/>
          </ac:picMkLst>
        </pc:picChg>
        <pc:picChg chg="del">
          <ac:chgData name="Hemasundary Ramasamy" userId="32466fd7-10da-4b50-b010-1469a156c209" providerId="ADAL" clId="{BC3071FD-06B1-45D8-9A71-CD28B72AFB4F}" dt="2022-05-09T15:38:11.644" v="1" actId="478"/>
          <ac:picMkLst>
            <pc:docMk/>
            <pc:sldMk cId="3971527582" sldId="257"/>
            <ac:picMk id="4" creationId="{D4743BDA-9C24-903B-6A40-F00057EC5768}"/>
          </ac:picMkLst>
        </pc:picChg>
      </pc:sldChg>
      <pc:sldChg chg="addSp delSp modSp mod">
        <pc:chgData name="Hemasundary Ramasamy" userId="32466fd7-10da-4b50-b010-1469a156c209" providerId="ADAL" clId="{BC3071FD-06B1-45D8-9A71-CD28B72AFB4F}" dt="2022-05-09T15:50:50.863" v="52" actId="1076"/>
        <pc:sldMkLst>
          <pc:docMk/>
          <pc:sldMk cId="3191307063" sldId="258"/>
        </pc:sldMkLst>
        <pc:picChg chg="add mod">
          <ac:chgData name="Hemasundary Ramasamy" userId="32466fd7-10da-4b50-b010-1469a156c209" providerId="ADAL" clId="{BC3071FD-06B1-45D8-9A71-CD28B72AFB4F}" dt="2022-05-09T15:49:48.520" v="49" actId="14100"/>
          <ac:picMkLst>
            <pc:docMk/>
            <pc:sldMk cId="3191307063" sldId="258"/>
            <ac:picMk id="4" creationId="{4202CAA7-4B75-A808-80FB-C04F509BB047}"/>
          </ac:picMkLst>
        </pc:picChg>
        <pc:picChg chg="del">
          <ac:chgData name="Hemasundary Ramasamy" userId="32466fd7-10da-4b50-b010-1469a156c209" providerId="ADAL" clId="{BC3071FD-06B1-45D8-9A71-CD28B72AFB4F}" dt="2022-05-09T15:38:15.954" v="2" actId="478"/>
          <ac:picMkLst>
            <pc:docMk/>
            <pc:sldMk cId="3191307063" sldId="258"/>
            <ac:picMk id="4" creationId="{EE4890E6-A786-D8F1-DC60-B535958819B0}"/>
          </ac:picMkLst>
        </pc:picChg>
        <pc:picChg chg="add mod">
          <ac:chgData name="Hemasundary Ramasamy" userId="32466fd7-10da-4b50-b010-1469a156c209" providerId="ADAL" clId="{BC3071FD-06B1-45D8-9A71-CD28B72AFB4F}" dt="2022-05-09T15:50:50.863" v="52" actId="1076"/>
          <ac:picMkLst>
            <pc:docMk/>
            <pc:sldMk cId="3191307063" sldId="258"/>
            <ac:picMk id="6" creationId="{1ECC1CC3-9964-607D-D6C4-B6C766825216}"/>
          </ac:picMkLst>
        </pc:picChg>
        <pc:picChg chg="del">
          <ac:chgData name="Hemasundary Ramasamy" userId="32466fd7-10da-4b50-b010-1469a156c209" providerId="ADAL" clId="{BC3071FD-06B1-45D8-9A71-CD28B72AFB4F}" dt="2022-05-09T15:38:15.954" v="2" actId="478"/>
          <ac:picMkLst>
            <pc:docMk/>
            <pc:sldMk cId="3191307063" sldId="258"/>
            <ac:picMk id="6" creationId="{77AFA41E-0278-8E67-7217-3EF7F067F00E}"/>
          </ac:picMkLst>
        </pc:picChg>
      </pc:sldChg>
      <pc:sldChg chg="addSp delSp modSp mod">
        <pc:chgData name="Hemasundary Ramasamy" userId="32466fd7-10da-4b50-b010-1469a156c209" providerId="ADAL" clId="{BC3071FD-06B1-45D8-9A71-CD28B72AFB4F}" dt="2022-05-09T15:51:37.912" v="56" actId="962"/>
        <pc:sldMkLst>
          <pc:docMk/>
          <pc:sldMk cId="3386745126" sldId="259"/>
        </pc:sldMkLst>
        <pc:picChg chg="add mod">
          <ac:chgData name="Hemasundary Ramasamy" userId="32466fd7-10da-4b50-b010-1469a156c209" providerId="ADAL" clId="{BC3071FD-06B1-45D8-9A71-CD28B72AFB4F}" dt="2022-05-09T15:51:37.912" v="56" actId="962"/>
          <ac:picMkLst>
            <pc:docMk/>
            <pc:sldMk cId="3386745126" sldId="259"/>
            <ac:picMk id="4" creationId="{D87A71EF-F846-6DF1-0538-7C5C11694964}"/>
          </ac:picMkLst>
        </pc:picChg>
        <pc:picChg chg="del">
          <ac:chgData name="Hemasundary Ramasamy" userId="32466fd7-10da-4b50-b010-1469a156c209" providerId="ADAL" clId="{BC3071FD-06B1-45D8-9A71-CD28B72AFB4F}" dt="2022-05-09T15:38:19.387" v="3" actId="478"/>
          <ac:picMkLst>
            <pc:docMk/>
            <pc:sldMk cId="3386745126" sldId="259"/>
            <ac:picMk id="4" creationId="{E904C3F2-B670-7602-76D2-075000692338}"/>
          </ac:picMkLst>
        </pc:picChg>
      </pc:sldChg>
      <pc:sldChg chg="addSp delSp modSp">
        <pc:chgData name="Hemasundary Ramasamy" userId="32466fd7-10da-4b50-b010-1469a156c209" providerId="ADAL" clId="{BC3071FD-06B1-45D8-9A71-CD28B72AFB4F}" dt="2022-05-09T15:44:04.223" v="12" actId="14100"/>
        <pc:sldMkLst>
          <pc:docMk/>
          <pc:sldMk cId="2268233051" sldId="260"/>
        </pc:sldMkLst>
        <pc:picChg chg="del">
          <ac:chgData name="Hemasundary Ramasamy" userId="32466fd7-10da-4b50-b010-1469a156c209" providerId="ADAL" clId="{BC3071FD-06B1-45D8-9A71-CD28B72AFB4F}" dt="2022-05-09T15:38:06.901" v="0" actId="478"/>
          <ac:picMkLst>
            <pc:docMk/>
            <pc:sldMk cId="2268233051" sldId="260"/>
            <ac:picMk id="1026" creationId="{266BC811-8303-7B2E-28A8-1CF14F5E9A2A}"/>
          </ac:picMkLst>
        </pc:picChg>
        <pc:picChg chg="add mod">
          <ac:chgData name="Hemasundary Ramasamy" userId="32466fd7-10da-4b50-b010-1469a156c209" providerId="ADAL" clId="{BC3071FD-06B1-45D8-9A71-CD28B72AFB4F}" dt="2022-05-09T15:44:04.223" v="12" actId="14100"/>
          <ac:picMkLst>
            <pc:docMk/>
            <pc:sldMk cId="2268233051" sldId="260"/>
            <ac:picMk id="1026" creationId="{A2D766B7-0FE8-C56C-DE29-54CBB00C44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7ECC-AA21-FC89-2C1F-5303C2F3C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C88E1-6435-34F9-8A1A-A96D7C6B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1BA19-2782-0672-0F7B-C9295F9F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7214-0EC9-9273-2973-5FF9E717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1B968-4990-F4CE-BDCA-D424E41D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5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DD0B-EE14-0B40-6BA0-D6B4F405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6A73-E88E-82CF-984D-BF061A94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02C05-FBEE-8C9E-D772-D4582F90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52108-567B-9358-BAA8-C2F70815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740F-BAF6-D805-BE59-6148DE4A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63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4F7-CDAA-D0BF-0AF0-F5A58FF71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9B9EE-FEC5-930C-137F-982A2F12B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A034-ED21-039E-76C3-7C07B76C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EC26-1738-923D-B9F7-7750E621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0876-2CAC-87BD-0027-839284BB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5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6413-289D-0064-2EF9-08D4F1B2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439A-6FA3-E515-BC30-C63B9167C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F0D18-DA3F-889C-B1A0-29A0FDF6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FC025-0999-5A14-0E5C-ABFBEE4F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A1FCC-6AEB-A1C3-D38B-E84301C0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7C0B-A25D-5221-17BD-DDF71FB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6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41D5-67DB-DE84-3A32-68F05EF6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21FDC-E844-4AF6-5E52-A76197AC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CDA52-70F7-940C-986E-D7A55D0E8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D8636-908C-1631-118D-C0F81D241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96A7B-A458-2F62-DE47-69A96D4CB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49090-BCE8-4826-E5EC-FC173349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DBA92-1AAD-39CF-63A8-A544903A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23B6-E6B0-1D66-9E69-D306B06F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2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9C97-EDA4-2047-EFEC-BB5D01BC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59265-7CB0-B05B-4205-E873D963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5BDAB-52D8-A0F3-FD87-727234CA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822DA-C118-BD27-1A0A-6BBD4DCE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90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6DFDC-9996-1C5B-3DE4-EA79CF30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26F07-6FA3-7BBD-71E6-3316F06E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FAEA9-5534-8E5C-BF6A-C0D7D447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02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8158-B5C9-966C-5DDC-115FAB82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C2BB-95A9-23B3-EE40-F8BA576A4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6B61F-A734-2E20-4573-1C80A7ABD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2DA33-0A30-DA40-E2BC-DC4E911F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9AEDD-4DA8-04F8-DD0B-AF752A2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17DD2-CBFE-40D9-38CC-6836F022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97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74D8-0219-1C47-4016-82FAA08F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F2188-D504-4F97-5A7F-F446147BD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DC4E-55CA-168C-2E5A-CA1F05440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83CEA-0F02-9DB0-E371-F579994B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2377-7091-F2D6-539D-E6E44A83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0D246-20F1-2AE6-D802-1B00485E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34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6C07-7F27-3255-588A-AE48580D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C9888-8284-D320-EB85-BB5C9722F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32BB-0F52-8918-5362-1ED89DA8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623A-7FA1-108B-47F5-2701E285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63822-7BBB-109D-95A2-CA403A6F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9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283C2-D520-6690-FC18-7F04259E5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96CA8-251A-65F0-7DB7-4C257E178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9018F-6C32-4523-9BCB-283BDA39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7C851-8834-608E-9481-72BB5E4A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ABB5-2C57-B509-1013-DB8114B6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7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9AA41-690F-4986-CEB5-6DC3EAAC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DADB-78AB-36FE-955B-3E8948CD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5CDD-D2F6-DEE1-7BB5-E56E6D80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DB772-86D3-C9BC-94D2-5E682AFAC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DCE7C-1C3B-F966-783F-08C2B365E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4606-9532-E004-FFB5-2976A7B8E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RTB </a:t>
            </a:r>
            <a:r>
              <a:rPr lang="en-US"/>
              <a:t>- IMI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6E0AF-9D7A-FF20-7D03-8C197853E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 2022</a:t>
            </a:r>
          </a:p>
        </p:txBody>
      </p:sp>
    </p:spTree>
    <p:extLst>
      <p:ext uri="{BB962C8B-B14F-4D97-AF65-F5344CB8AC3E}">
        <p14:creationId xmlns:p14="http://schemas.microsoft.com/office/powerpoint/2010/main" val="336998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220D85-4946-9328-4899-D369ABF3D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97227"/>
              </p:ext>
            </p:extLst>
          </p:nvPr>
        </p:nvGraphicFramePr>
        <p:xfrm>
          <a:off x="7945516" y="877241"/>
          <a:ext cx="3659264" cy="1999125"/>
        </p:xfrm>
        <a:graphic>
          <a:graphicData uri="http://schemas.openxmlformats.org/drawingml/2006/table">
            <a:tbl>
              <a:tblPr/>
              <a:tblGrid>
                <a:gridCol w="745837">
                  <a:extLst>
                    <a:ext uri="{9D8B030D-6E8A-4147-A177-3AD203B41FA5}">
                      <a16:colId xmlns:a16="http://schemas.microsoft.com/office/drawing/2014/main" val="3528313856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2379660707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3322741957"/>
                    </a:ext>
                  </a:extLst>
                </a:gridCol>
                <a:gridCol w="1095449">
                  <a:extLst>
                    <a:ext uri="{9D8B030D-6E8A-4147-A177-3AD203B41FA5}">
                      <a16:colId xmlns:a16="http://schemas.microsoft.com/office/drawing/2014/main" val="2676024262"/>
                    </a:ext>
                  </a:extLst>
                </a:gridCol>
              </a:tblGrid>
              <a:tr h="66637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 Resource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1320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469954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1.75 - 2.04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 30ng/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8174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A2D766B7-0FE8-C56C-DE29-54CBB00C4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20" y="939507"/>
            <a:ext cx="6369488" cy="5452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23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5BF-4F8F-1A68-A93F-3C79C70A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7" y="46830"/>
            <a:ext cx="9305925" cy="724695"/>
          </a:xfrm>
        </p:spPr>
        <p:txBody>
          <a:bodyPr>
            <a:normAutofit/>
          </a:bodyPr>
          <a:lstStyle/>
          <a:p>
            <a:r>
              <a:rPr lang="en-GB" sz="3600" dirty="0"/>
              <a:t>Contamination : OD260/280 (1.75 – 2.04)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64F8A88D-C848-2083-2DA8-F7AA82878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" y="771525"/>
            <a:ext cx="7339013" cy="391961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4FA8E3-3CC6-2C0E-B18C-123AAEFB6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893170"/>
              </p:ext>
            </p:extLst>
          </p:nvPr>
        </p:nvGraphicFramePr>
        <p:xfrm>
          <a:off x="7267575" y="628650"/>
          <a:ext cx="4767264" cy="6176409"/>
        </p:xfrm>
        <a:graphic>
          <a:graphicData uri="http://schemas.openxmlformats.org/drawingml/2006/table">
            <a:tbl>
              <a:tblPr/>
              <a:tblGrid>
                <a:gridCol w="988529">
                  <a:extLst>
                    <a:ext uri="{9D8B030D-6E8A-4147-A177-3AD203B41FA5}">
                      <a16:colId xmlns:a16="http://schemas.microsoft.com/office/drawing/2014/main" val="277918874"/>
                    </a:ext>
                  </a:extLst>
                </a:gridCol>
                <a:gridCol w="908810">
                  <a:extLst>
                    <a:ext uri="{9D8B030D-6E8A-4147-A177-3AD203B41FA5}">
                      <a16:colId xmlns:a16="http://schemas.microsoft.com/office/drawing/2014/main" val="1382468253"/>
                    </a:ext>
                  </a:extLst>
                </a:gridCol>
                <a:gridCol w="892866">
                  <a:extLst>
                    <a:ext uri="{9D8B030D-6E8A-4147-A177-3AD203B41FA5}">
                      <a16:colId xmlns:a16="http://schemas.microsoft.com/office/drawing/2014/main" val="2368936723"/>
                    </a:ext>
                  </a:extLst>
                </a:gridCol>
                <a:gridCol w="892866">
                  <a:extLst>
                    <a:ext uri="{9D8B030D-6E8A-4147-A177-3AD203B41FA5}">
                      <a16:colId xmlns:a16="http://schemas.microsoft.com/office/drawing/2014/main" val="3445803678"/>
                    </a:ext>
                  </a:extLst>
                </a:gridCol>
                <a:gridCol w="1084193">
                  <a:extLst>
                    <a:ext uri="{9D8B030D-6E8A-4147-A177-3AD203B41FA5}">
                      <a16:colId xmlns:a16="http://schemas.microsoft.com/office/drawing/2014/main" val="58073078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ParticipantID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OD260/280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OD260/230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66824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L000289N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56.38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645979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L003145S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2.31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63.04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770156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L002435W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101.74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694556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L004316Q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2.06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245320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L000792K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176.59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393050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L004230X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216.95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44583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L003487P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66.93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39686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L003490S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158.13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126188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L004236D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138.24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966302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L002282E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1.71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149.07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207556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L004240H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153.75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122688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L003102W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123.33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35687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L004021V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83.34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304490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L002895W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1.67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115.85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692231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L004858E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2.07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85.28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321807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L003557Q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2.06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79.48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816657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L004745G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52.04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446983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L000736Z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2.26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57.89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209698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L003994Q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79.04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074425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L002916T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2.06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62.89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717846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L004829Y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68.38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621113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L003888A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126.33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376794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L000311M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2.06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2.31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122.82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048839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L004692Z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67.91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088651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L004860G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72.75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889783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L002858F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111.44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643824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L005115J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78.4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177467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L004228V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635612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L005114H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131.98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89698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L002785B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121.04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516747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L001600N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2.51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69.69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28890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L004604D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2.39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111.96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742848"/>
                  </a:ext>
                </a:extLst>
              </a:tr>
              <a:tr h="1767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L004828X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29/04/2022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2.13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125.06</a:t>
                      </a:r>
                    </a:p>
                  </a:txBody>
                  <a:tcPr marL="5333" marR="5333" marT="53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476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2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0813-C685-F0FB-9478-6B1A40EE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107673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OD260/230 (&gt;1.5)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4202CAA7-4B75-A808-80FB-C04F509BB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3" y="612560"/>
            <a:ext cx="7217402" cy="3854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C1CC3-9964-607D-D6C4-B6C766825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117447"/>
            <a:ext cx="476250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0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F857-955F-2E2F-E39D-5B569E8C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Concentration (&gt; 30 ng/</a:t>
            </a:r>
            <a:r>
              <a:rPr lang="en-GB" dirty="0" err="1"/>
              <a:t>ul</a:t>
            </a:r>
            <a:r>
              <a:rPr lang="en-GB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EF8DC-6085-26C4-2C9A-194B4D990F81}"/>
              </a:ext>
            </a:extLst>
          </p:cNvPr>
          <p:cNvSpPr txBox="1"/>
          <p:nvPr/>
        </p:nvSpPr>
        <p:spPr>
          <a:xfrm>
            <a:off x="714374" y="1105584"/>
            <a:ext cx="972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NO contamination in the concentration. (</a:t>
            </a:r>
            <a:r>
              <a:rPr lang="en-US" dirty="0" err="1"/>
              <a:t>ie</a:t>
            </a:r>
            <a:r>
              <a:rPr lang="en-US"/>
              <a:t>) All </a:t>
            </a:r>
            <a:r>
              <a:rPr lang="en-US" dirty="0"/>
              <a:t>the </a:t>
            </a:r>
            <a:r>
              <a:rPr lang="en-US"/>
              <a:t>samples have &gt; </a:t>
            </a:r>
            <a:r>
              <a:rPr lang="en-US" dirty="0"/>
              <a:t>30 ng/</a:t>
            </a:r>
            <a:r>
              <a:rPr lang="en-US" dirty="0" err="1"/>
              <a:t>ul</a:t>
            </a:r>
            <a:r>
              <a:rPr lang="en-US" dirty="0"/>
              <a:t> concentration.</a:t>
            </a:r>
            <a:endParaRPr lang="en-GB" dirty="0"/>
          </a:p>
        </p:txBody>
      </p:sp>
      <p:pic>
        <p:nvPicPr>
          <p:cNvPr id="4" name="Picture 3" descr="Chart, histogram&#10;&#10;Description automatically generated">
            <a:extLst>
              <a:ext uri="{FF2B5EF4-FFF2-40B4-BE49-F238E27FC236}">
                <a16:creationId xmlns:a16="http://schemas.microsoft.com/office/drawing/2014/main" id="{D87A71EF-F846-6DF1-0538-7C5C11694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687" y="1798766"/>
            <a:ext cx="93630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240</Words>
  <Application>Microsoft Office PowerPoint</Application>
  <PresentationFormat>Widescreen</PresentationFormat>
  <Paragraphs>185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RTB - IMI</vt:lpstr>
      <vt:lpstr>PowerPoint Presentation</vt:lpstr>
      <vt:lpstr>Contamination : OD260/280 (1.75 – 2.04)</vt:lpstr>
      <vt:lpstr>Contamination : OD260/230 (&gt;1.5)</vt:lpstr>
      <vt:lpstr>Contamination : Concentration (&gt; 30 ng/ul)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RTB - NAFLD</dc:title>
  <dc:creator>Hemasundary Ramasamy</dc:creator>
  <cp:lastModifiedBy>Hemasundary Ramasamy</cp:lastModifiedBy>
  <cp:revision>4</cp:revision>
  <dcterms:created xsi:type="dcterms:W3CDTF">2022-05-09T09:21:27Z</dcterms:created>
  <dcterms:modified xsi:type="dcterms:W3CDTF">2022-05-09T15:51:39Z</dcterms:modified>
</cp:coreProperties>
</file>