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0" r:id="rId3"/>
    <p:sldId id="257" r:id="rId4"/>
    <p:sldId id="258" r:id="rId5"/>
    <p:sldId id="259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BBB5164-807C-45D9-93EA-B173F37FBEE4}" v="7" dt="2022-05-09T12:01:05.375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0" d="100"/>
          <a:sy n="80" d="100"/>
        </p:scale>
        <p:origin x="58" y="1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12" Type="http://schemas.microsoft.com/office/2015/10/relationships/revisionInfo" Target="revisionInfo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microsoft.com/office/2016/11/relationships/changesInfo" Target="changesInfos/changesInfo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Hemasundary Ramasamy" userId="32466fd7-10da-4b50-b010-1469a156c209" providerId="ADAL" clId="{8BBB5164-807C-45D9-93EA-B173F37FBEE4}"/>
    <pc:docChg chg="custSel modSld">
      <pc:chgData name="Hemasundary Ramasamy" userId="32466fd7-10da-4b50-b010-1469a156c209" providerId="ADAL" clId="{8BBB5164-807C-45D9-93EA-B173F37FBEE4}" dt="2022-05-09T12:01:22.901" v="69" actId="20577"/>
      <pc:docMkLst>
        <pc:docMk/>
      </pc:docMkLst>
      <pc:sldChg chg="modSp mod">
        <pc:chgData name="Hemasundary Ramasamy" userId="32466fd7-10da-4b50-b010-1469a156c209" providerId="ADAL" clId="{8BBB5164-807C-45D9-93EA-B173F37FBEE4}" dt="2022-05-09T11:57:30.751" v="11" actId="20577"/>
        <pc:sldMkLst>
          <pc:docMk/>
          <pc:sldMk cId="3369981812" sldId="256"/>
        </pc:sldMkLst>
        <pc:spChg chg="mod">
          <ac:chgData name="Hemasundary Ramasamy" userId="32466fd7-10da-4b50-b010-1469a156c209" providerId="ADAL" clId="{8BBB5164-807C-45D9-93EA-B173F37FBEE4}" dt="2022-05-09T11:57:30.751" v="11" actId="20577"/>
          <ac:spMkLst>
            <pc:docMk/>
            <pc:sldMk cId="3369981812" sldId="256"/>
            <ac:spMk id="2" creationId="{62754606-9532-E004-FFB5-2976A7B8E4DC}"/>
          </ac:spMkLst>
        </pc:spChg>
      </pc:sldChg>
      <pc:sldChg chg="addSp delSp modSp mod">
        <pc:chgData name="Hemasundary Ramasamy" userId="32466fd7-10da-4b50-b010-1469a156c209" providerId="ADAL" clId="{8BBB5164-807C-45D9-93EA-B173F37FBEE4}" dt="2022-05-09T11:59:17.284" v="32" actId="1076"/>
        <pc:sldMkLst>
          <pc:docMk/>
          <pc:sldMk cId="3971527582" sldId="257"/>
        </pc:sldMkLst>
        <pc:picChg chg="del">
          <ac:chgData name="Hemasundary Ramasamy" userId="32466fd7-10da-4b50-b010-1469a156c209" providerId="ADAL" clId="{8BBB5164-807C-45D9-93EA-B173F37FBEE4}" dt="2022-05-09T11:57:18.825" v="2" actId="478"/>
          <ac:picMkLst>
            <pc:docMk/>
            <pc:sldMk cId="3971527582" sldId="257"/>
            <ac:picMk id="17" creationId="{94661559-8963-60EC-DEF8-A25D04229C7A}"/>
          </ac:picMkLst>
        </pc:picChg>
        <pc:picChg chg="del">
          <ac:chgData name="Hemasundary Ramasamy" userId="32466fd7-10da-4b50-b010-1469a156c209" providerId="ADAL" clId="{8BBB5164-807C-45D9-93EA-B173F37FBEE4}" dt="2022-05-09T11:57:19.409" v="3" actId="478"/>
          <ac:picMkLst>
            <pc:docMk/>
            <pc:sldMk cId="3971527582" sldId="257"/>
            <ac:picMk id="19" creationId="{29C6F269-41BA-8777-594E-E54E341E6E1F}"/>
          </ac:picMkLst>
        </pc:picChg>
        <pc:picChg chg="add mod">
          <ac:chgData name="Hemasundary Ramasamy" userId="32466fd7-10da-4b50-b010-1469a156c209" providerId="ADAL" clId="{8BBB5164-807C-45D9-93EA-B173F37FBEE4}" dt="2022-05-09T11:58:47.690" v="28" actId="1035"/>
          <ac:picMkLst>
            <pc:docMk/>
            <pc:sldMk cId="3971527582" sldId="257"/>
            <ac:picMk id="21" creationId="{5DC4100F-CEDF-10BB-5A10-51A06257B594}"/>
          </ac:picMkLst>
        </pc:picChg>
        <pc:picChg chg="add mod">
          <ac:chgData name="Hemasundary Ramasamy" userId="32466fd7-10da-4b50-b010-1469a156c209" providerId="ADAL" clId="{8BBB5164-807C-45D9-93EA-B173F37FBEE4}" dt="2022-05-09T11:59:17.284" v="32" actId="1076"/>
          <ac:picMkLst>
            <pc:docMk/>
            <pc:sldMk cId="3971527582" sldId="257"/>
            <ac:picMk id="23" creationId="{FC2FADEF-9F5D-4389-EA37-8409941360C2}"/>
          </ac:picMkLst>
        </pc:picChg>
      </pc:sldChg>
      <pc:sldChg chg="addSp delSp modSp mod">
        <pc:chgData name="Hemasundary Ramasamy" userId="32466fd7-10da-4b50-b010-1469a156c209" providerId="ADAL" clId="{8BBB5164-807C-45D9-93EA-B173F37FBEE4}" dt="2022-05-09T12:00:28.212" v="40" actId="1076"/>
        <pc:sldMkLst>
          <pc:docMk/>
          <pc:sldMk cId="3191307063" sldId="258"/>
        </pc:sldMkLst>
        <pc:picChg chg="del">
          <ac:chgData name="Hemasundary Ramasamy" userId="32466fd7-10da-4b50-b010-1469a156c209" providerId="ADAL" clId="{8BBB5164-807C-45D9-93EA-B173F37FBEE4}" dt="2022-05-09T11:57:21.357" v="4" actId="478"/>
          <ac:picMkLst>
            <pc:docMk/>
            <pc:sldMk cId="3191307063" sldId="258"/>
            <ac:picMk id="12" creationId="{76E28C44-FECE-F125-BB7B-89E5D8A6274A}"/>
          </ac:picMkLst>
        </pc:picChg>
        <pc:picChg chg="del">
          <ac:chgData name="Hemasundary Ramasamy" userId="32466fd7-10da-4b50-b010-1469a156c209" providerId="ADAL" clId="{8BBB5164-807C-45D9-93EA-B173F37FBEE4}" dt="2022-05-09T11:57:21.957" v="5" actId="478"/>
          <ac:picMkLst>
            <pc:docMk/>
            <pc:sldMk cId="3191307063" sldId="258"/>
            <ac:picMk id="14" creationId="{F1CF39A8-0165-8904-6A8E-14597995DB8B}"/>
          </ac:picMkLst>
        </pc:picChg>
        <pc:picChg chg="add mod">
          <ac:chgData name="Hemasundary Ramasamy" userId="32466fd7-10da-4b50-b010-1469a156c209" providerId="ADAL" clId="{8BBB5164-807C-45D9-93EA-B173F37FBEE4}" dt="2022-05-09T11:59:42.364" v="38" actId="1076"/>
          <ac:picMkLst>
            <pc:docMk/>
            <pc:sldMk cId="3191307063" sldId="258"/>
            <ac:picMk id="16" creationId="{601A4F9E-25D8-1039-5C2D-B311AD6919B3}"/>
          </ac:picMkLst>
        </pc:picChg>
        <pc:picChg chg="add mod">
          <ac:chgData name="Hemasundary Ramasamy" userId="32466fd7-10da-4b50-b010-1469a156c209" providerId="ADAL" clId="{8BBB5164-807C-45D9-93EA-B173F37FBEE4}" dt="2022-05-09T12:00:28.212" v="40" actId="1076"/>
          <ac:picMkLst>
            <pc:docMk/>
            <pc:sldMk cId="3191307063" sldId="258"/>
            <ac:picMk id="18" creationId="{9F96513D-6EDC-0678-60E9-0A9F9B5E6D6A}"/>
          </ac:picMkLst>
        </pc:picChg>
      </pc:sldChg>
      <pc:sldChg chg="addSp delSp modSp mod">
        <pc:chgData name="Hemasundary Ramasamy" userId="32466fd7-10da-4b50-b010-1469a156c209" providerId="ADAL" clId="{8BBB5164-807C-45D9-93EA-B173F37FBEE4}" dt="2022-05-09T12:01:22.901" v="69" actId="20577"/>
        <pc:sldMkLst>
          <pc:docMk/>
          <pc:sldMk cId="3386745126" sldId="259"/>
        </pc:sldMkLst>
        <pc:spChg chg="mod">
          <ac:chgData name="Hemasundary Ramasamy" userId="32466fd7-10da-4b50-b010-1469a156c209" providerId="ADAL" clId="{8BBB5164-807C-45D9-93EA-B173F37FBEE4}" dt="2022-05-09T12:01:22.901" v="69" actId="20577"/>
          <ac:spMkLst>
            <pc:docMk/>
            <pc:sldMk cId="3386745126" sldId="259"/>
            <ac:spMk id="9" creationId="{8E3EF8DC-6085-26C4-2C9A-194B4D990F81}"/>
          </ac:spMkLst>
        </pc:spChg>
        <pc:picChg chg="del">
          <ac:chgData name="Hemasundary Ramasamy" userId="32466fd7-10da-4b50-b010-1469a156c209" providerId="ADAL" clId="{8BBB5164-807C-45D9-93EA-B173F37FBEE4}" dt="2022-05-09T11:57:15.727" v="0" actId="478"/>
          <ac:picMkLst>
            <pc:docMk/>
            <pc:sldMk cId="3386745126" sldId="259"/>
            <ac:picMk id="11" creationId="{E30855DE-9FB6-B92F-00B6-E8638F3711A5}"/>
          </ac:picMkLst>
        </pc:picChg>
        <pc:picChg chg="del">
          <ac:chgData name="Hemasundary Ramasamy" userId="32466fd7-10da-4b50-b010-1469a156c209" providerId="ADAL" clId="{8BBB5164-807C-45D9-93EA-B173F37FBEE4}" dt="2022-05-09T11:57:16.753" v="1" actId="478"/>
          <ac:picMkLst>
            <pc:docMk/>
            <pc:sldMk cId="3386745126" sldId="259"/>
            <ac:picMk id="13" creationId="{B3FF4A74-2061-A5D3-9EF4-7D2605079218}"/>
          </ac:picMkLst>
        </pc:picChg>
        <pc:picChg chg="add mod">
          <ac:chgData name="Hemasundary Ramasamy" userId="32466fd7-10da-4b50-b010-1469a156c209" providerId="ADAL" clId="{8BBB5164-807C-45D9-93EA-B173F37FBEE4}" dt="2022-05-09T12:01:07.572" v="44" actId="962"/>
          <ac:picMkLst>
            <pc:docMk/>
            <pc:sldMk cId="3386745126" sldId="259"/>
            <ac:picMk id="15" creationId="{E9E7E3A4-656E-980E-985E-23AD7262027B}"/>
          </ac:picMkLst>
        </pc:picChg>
      </pc:sldChg>
      <pc:sldChg chg="addSp delSp modSp">
        <pc:chgData name="Hemasundary Ramasamy" userId="32466fd7-10da-4b50-b010-1469a156c209" providerId="ADAL" clId="{8BBB5164-807C-45D9-93EA-B173F37FBEE4}" dt="2022-05-09T11:58:26.388" v="14" actId="1076"/>
        <pc:sldMkLst>
          <pc:docMk/>
          <pc:sldMk cId="2268233051" sldId="260"/>
        </pc:sldMkLst>
        <pc:picChg chg="del">
          <ac:chgData name="Hemasundary Ramasamy" userId="32466fd7-10da-4b50-b010-1469a156c209" providerId="ADAL" clId="{8BBB5164-807C-45D9-93EA-B173F37FBEE4}" dt="2022-05-09T11:57:25.248" v="6" actId="478"/>
          <ac:picMkLst>
            <pc:docMk/>
            <pc:sldMk cId="2268233051" sldId="260"/>
            <ac:picMk id="2054" creationId="{6309BE97-9834-2A9A-3E34-8BEA0D7D2DA5}"/>
          </ac:picMkLst>
        </pc:picChg>
        <pc:picChg chg="add mod">
          <ac:chgData name="Hemasundary Ramasamy" userId="32466fd7-10da-4b50-b010-1469a156c209" providerId="ADAL" clId="{8BBB5164-807C-45D9-93EA-B173F37FBEE4}" dt="2022-05-09T11:58:26.388" v="14" actId="1076"/>
          <ac:picMkLst>
            <pc:docMk/>
            <pc:sldMk cId="2268233051" sldId="260"/>
            <ac:picMk id="2056" creationId="{0C8AA197-3EA4-45C8-1470-351AD638E107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267ECC-AA21-FC89-2C1F-5303C2F3CF9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AFC88E1-6435-34F9-8A1A-A96D7C6B3B6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0B1BA19-2782-0672-0F7B-C9295F9FBC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287122-ECEA-4B9B-8A07-49642C8AA48C}" type="datetimeFigureOut">
              <a:rPr lang="en-GB" smtClean="0"/>
              <a:t>09/05/2022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517214-0EC9-9273-2973-5FF9E7179F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C1B968-4990-F4CE-BDCA-D424E41D2F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F27985-7F28-43C5-BACD-FFF7E9EEE1E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324596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E8DD0B-EE14-0B40-6BA0-D6B4F40540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B66A73-E88E-82CF-984D-BF061A94D00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3502C05-FBEE-8C9E-D772-D4582F9021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287122-ECEA-4B9B-8A07-49642C8AA48C}" type="datetimeFigureOut">
              <a:rPr lang="en-GB" smtClean="0"/>
              <a:t>09/05/2022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652108-567B-9358-BAA8-C2F7081506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BB740F-BAF6-D805-BE59-6148DE4AE8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F27985-7F28-43C5-BACD-FFF7E9EEE1E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596315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3BD4F7-CDAA-D0BF-0AF0-F5A58FF71A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969B9EE-FEC5-930C-137F-982A2F12BE9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0B1A034-ED21-039E-76C3-7C07B76C5A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287122-ECEA-4B9B-8A07-49642C8AA48C}" type="datetimeFigureOut">
              <a:rPr lang="en-GB" smtClean="0"/>
              <a:t>09/05/2022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16EC26-1738-923D-B9F7-7750E621EB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0A0876-2CAC-87BD-0027-839284BB08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F27985-7F28-43C5-BACD-FFF7E9EEE1E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453574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A96413-289D-0064-2EF9-08D4F1B2B5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33439A-6FA3-E515-BC30-C63B9167CD3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75F0D18-DA3F-889C-B1A0-29A0FDF6FC6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55FC025-0999-5A14-0E5C-ABFBEE4F12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287122-ECEA-4B9B-8A07-49642C8AA48C}" type="datetimeFigureOut">
              <a:rPr lang="en-GB" smtClean="0"/>
              <a:t>09/05/2022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78A1FCC-6AEB-A1C3-D38B-E84301C00F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FD67C0B-A25D-5221-17BD-DDF71FBEC0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F27985-7F28-43C5-BACD-FFF7E9EEE1E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846123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6141D5-67DB-DE84-3A32-68F05EF629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D621FDC-E844-4AF6-5E52-A76197ACB85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99CDA52-70F7-940C-986E-D7A55D0E8CF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D3D8636-908C-1631-118D-C0F81D241F6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7296A7B-A458-2F62-DE47-69A96D4CBEA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9449090-BCE8-4826-E5EC-FC17334967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287122-ECEA-4B9B-8A07-49642C8AA48C}" type="datetimeFigureOut">
              <a:rPr lang="en-GB" smtClean="0"/>
              <a:t>09/05/2022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9FDBA92-1AAD-39CF-63A8-A544903A7C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98123B6-E6B0-1D66-9E69-D306B06FB2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F27985-7F28-43C5-BACD-FFF7E9EEE1E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0522702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389C97-EDA4-2047-EFEC-BB5D01BC2F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F059265-7CB0-B05B-4205-E873D96307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287122-ECEA-4B9B-8A07-49642C8AA48C}" type="datetimeFigureOut">
              <a:rPr lang="en-GB" smtClean="0"/>
              <a:t>09/05/2022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EE5BDAB-52D8-A0F3-FD87-727234CA84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87822DA-C118-BD27-1A0A-6BBD4DCE06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F27985-7F28-43C5-BACD-FFF7E9EEE1E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859098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3D6DFDC-9996-1C5B-3DE4-EA79CF30A0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287122-ECEA-4B9B-8A07-49642C8AA48C}" type="datetimeFigureOut">
              <a:rPr lang="en-GB" smtClean="0"/>
              <a:t>09/05/2022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4D26F07-6FA3-7BBD-71E6-3316F06EA1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36FAEA9-5534-8E5C-BF6A-C0D7D447B0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F27985-7F28-43C5-BACD-FFF7E9EEE1E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1502070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788158-B5C9-966C-5DDC-115FAB82C1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D8C2BB-95A9-23B3-EE40-F8BA576A41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A66B61F-A734-2E20-4573-1C80A7ABDBF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542DA33-0A30-DA40-E2BC-DC4E911FAE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287122-ECEA-4B9B-8A07-49642C8AA48C}" type="datetimeFigureOut">
              <a:rPr lang="en-GB" smtClean="0"/>
              <a:t>09/05/2022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0D9AEDD-4DA8-04F8-DD0B-AF752A285E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9817DD2-CBFE-40D9-38CC-6836F022B2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F27985-7F28-43C5-BACD-FFF7E9EEE1E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289781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F074D8-0219-1C47-4016-82FAA08F07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CEF2188-D504-4F97-5A7F-F446147BDE4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2E4DC4E-55CA-168C-2E5A-CA1F054400D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AF83CEA-0F02-9DB0-E371-F579994B20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287122-ECEA-4B9B-8A07-49642C8AA48C}" type="datetimeFigureOut">
              <a:rPr lang="en-GB" smtClean="0"/>
              <a:t>09/05/2022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FB32377-7091-F2D6-539D-E6E44A83C4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7F0D246-20F1-2AE6-D802-1B00485E97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F27985-7F28-43C5-BACD-FFF7E9EEE1E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513477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FD6C07-7F27-3255-588A-AE48580D15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6FC9888-8284-D320-EB85-BB5C9722FED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3D632BB-0F52-8918-5362-1ED89DA855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287122-ECEA-4B9B-8A07-49642C8AA48C}" type="datetimeFigureOut">
              <a:rPr lang="en-GB" smtClean="0"/>
              <a:t>09/05/2022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405623A-7FA1-108B-47F5-2701E28529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BA63822-7BBB-109D-95A2-CA403A6F87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F27985-7F28-43C5-BACD-FFF7E9EEE1E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81938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09283C2-D520-6690-FC18-7F04259E59E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6C96CA8-251A-65F0-7DB7-4C257E1785F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6C9018F-6C32-4523-9BCB-283BDA398C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287122-ECEA-4B9B-8A07-49642C8AA48C}" type="datetimeFigureOut">
              <a:rPr lang="en-GB" smtClean="0"/>
              <a:t>09/05/2022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3C7C851-8834-608E-9481-72BB5E4AC7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C01ABB5-2C57-B509-1013-DB8114B637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F27985-7F28-43C5-BACD-FFF7E9EEE1E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147807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869AA41-690F-4986-CEB5-6DC3EAAC52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1EFDADB-78AB-36FE-955B-3E8948CD893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6A05CDD-D2F6-DEE1-7BB5-E56E6D80C43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6287122-ECEA-4B9B-8A07-49642C8AA48C}" type="datetimeFigureOut">
              <a:rPr lang="en-GB" smtClean="0"/>
              <a:t>09/05/2022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78DB772-86D3-C9BC-94D2-5E682AFAC7E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FDCE7C-1C3B-F966-783F-08C2B365EED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EF27985-7F28-43C5-BACD-FFF7E9EEE1E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932974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754606-9532-E004-FFB5-2976A7B8E4D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RTB - CNS</a:t>
            </a:r>
            <a:endParaRPr lang="en-GB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616E0AF-9D7A-FF20-7D03-8C197853E72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Apr 2022</a:t>
            </a:r>
          </a:p>
        </p:txBody>
      </p:sp>
    </p:spTree>
    <p:extLst>
      <p:ext uri="{BB962C8B-B14F-4D97-AF65-F5344CB8AC3E}">
        <p14:creationId xmlns:p14="http://schemas.microsoft.com/office/powerpoint/2010/main" val="336998181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6E220D85-4946-9328-4899-D369ABF3DA6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82097227"/>
              </p:ext>
            </p:extLst>
          </p:nvPr>
        </p:nvGraphicFramePr>
        <p:xfrm>
          <a:off x="7945516" y="877241"/>
          <a:ext cx="3659264" cy="1999125"/>
        </p:xfrm>
        <a:graphic>
          <a:graphicData uri="http://schemas.openxmlformats.org/drawingml/2006/table">
            <a:tbl>
              <a:tblPr/>
              <a:tblGrid>
                <a:gridCol w="745837">
                  <a:extLst>
                    <a:ext uri="{9D8B030D-6E8A-4147-A177-3AD203B41FA5}">
                      <a16:colId xmlns:a16="http://schemas.microsoft.com/office/drawing/2014/main" val="3528313856"/>
                    </a:ext>
                  </a:extLst>
                </a:gridCol>
                <a:gridCol w="908989">
                  <a:extLst>
                    <a:ext uri="{9D8B030D-6E8A-4147-A177-3AD203B41FA5}">
                      <a16:colId xmlns:a16="http://schemas.microsoft.com/office/drawing/2014/main" val="2379660707"/>
                    </a:ext>
                  </a:extLst>
                </a:gridCol>
                <a:gridCol w="908989">
                  <a:extLst>
                    <a:ext uri="{9D8B030D-6E8A-4147-A177-3AD203B41FA5}">
                      <a16:colId xmlns:a16="http://schemas.microsoft.com/office/drawing/2014/main" val="3322741957"/>
                    </a:ext>
                  </a:extLst>
                </a:gridCol>
                <a:gridCol w="1095449">
                  <a:extLst>
                    <a:ext uri="{9D8B030D-6E8A-4147-A177-3AD203B41FA5}">
                      <a16:colId xmlns:a16="http://schemas.microsoft.com/office/drawing/2014/main" val="2676024262"/>
                    </a:ext>
                  </a:extLst>
                </a:gridCol>
              </a:tblGrid>
              <a:tr h="666375">
                <a:tc gridSpan="4">
                  <a:txBody>
                    <a:bodyPr/>
                    <a:lstStyle/>
                    <a:p>
                      <a:pPr algn="ctr" fontAlgn="ctr"/>
                      <a:r>
                        <a:rPr lang="en-GB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BIO Resource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5611320"/>
                  </a:ext>
                </a:extLst>
              </a:tr>
              <a:tr h="666375"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OD 260/280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OD 260/230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Concentration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60469954"/>
                  </a:ext>
                </a:extLst>
              </a:tr>
              <a:tr h="666375"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Blood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1.75 - 2.04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&gt;1.5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&gt; 30ng/</a:t>
                      </a:r>
                      <a:r>
                        <a:rPr lang="en-GB" sz="12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ul</a:t>
                      </a:r>
                      <a:endParaRPr lang="en-GB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85728174"/>
                  </a:ext>
                </a:extLst>
              </a:tr>
            </a:tbl>
          </a:graphicData>
        </a:graphic>
      </p:graphicFrame>
      <p:pic>
        <p:nvPicPr>
          <p:cNvPr id="2056" name="Picture 8">
            <a:extLst>
              <a:ext uri="{FF2B5EF4-FFF2-40B4-BE49-F238E27FC236}">
                <a16:creationId xmlns:a16="http://schemas.microsoft.com/office/drawing/2014/main" id="{0C8AA197-3EA4-45C8-1470-351AD638E10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7220" y="917691"/>
            <a:ext cx="5867400" cy="50226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6823305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22A5BF-4F8F-1A68-A93F-3C79C70AC7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43037" y="46830"/>
            <a:ext cx="9305925" cy="724695"/>
          </a:xfrm>
        </p:spPr>
        <p:txBody>
          <a:bodyPr>
            <a:normAutofit fontScale="90000"/>
          </a:bodyPr>
          <a:lstStyle/>
          <a:p>
            <a:r>
              <a:rPr lang="en-GB" dirty="0"/>
              <a:t>Contamination : OD260/280 (1.75 – 2.04)</a:t>
            </a:r>
          </a:p>
        </p:txBody>
      </p:sp>
      <p:pic>
        <p:nvPicPr>
          <p:cNvPr id="21" name="Picture 20" descr="Scatter chart&#10;&#10;Description automatically generated with medium confidence">
            <a:extLst>
              <a:ext uri="{FF2B5EF4-FFF2-40B4-BE49-F238E27FC236}">
                <a16:creationId xmlns:a16="http://schemas.microsoft.com/office/drawing/2014/main" id="{5DC4100F-CEDF-10BB-5A10-51A06257B59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4338" y="2805112"/>
            <a:ext cx="7558088" cy="4036619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FC2FADEF-9F5D-4389-EA37-8409941360C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14976" y="1053251"/>
            <a:ext cx="6481762" cy="14574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152758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120813-C685-F0FB-9478-6B1A40EE2E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5237" y="107673"/>
            <a:ext cx="10515600" cy="504887"/>
          </a:xfrm>
        </p:spPr>
        <p:txBody>
          <a:bodyPr>
            <a:normAutofit fontScale="90000"/>
          </a:bodyPr>
          <a:lstStyle/>
          <a:p>
            <a:r>
              <a:rPr lang="en-GB" dirty="0"/>
              <a:t>Contamination : OD260/230 (&gt;1.5)</a:t>
            </a:r>
          </a:p>
        </p:txBody>
      </p:sp>
      <p:pic>
        <p:nvPicPr>
          <p:cNvPr id="16" name="Picture 15" descr="Chart, scatter chart&#10;&#10;Description automatically generated">
            <a:extLst>
              <a:ext uri="{FF2B5EF4-FFF2-40B4-BE49-F238E27FC236}">
                <a16:creationId xmlns:a16="http://schemas.microsoft.com/office/drawing/2014/main" id="{601A4F9E-25D8-1039-5C2D-B311AD6919B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081213"/>
            <a:ext cx="8420100" cy="4497002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9F96513D-6EDC-0678-60E9-0A9F9B5E6D6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00875" y="1157287"/>
            <a:ext cx="4819650" cy="10191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130706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46F857-955F-2E2F-E39D-5B569E8C4E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504887"/>
          </a:xfrm>
        </p:spPr>
        <p:txBody>
          <a:bodyPr>
            <a:normAutofit fontScale="90000"/>
          </a:bodyPr>
          <a:lstStyle/>
          <a:p>
            <a:r>
              <a:rPr lang="en-GB" dirty="0"/>
              <a:t>Contamination : Concentration (&gt; 30 ng/</a:t>
            </a:r>
            <a:r>
              <a:rPr lang="en-GB" dirty="0" err="1"/>
              <a:t>ul</a:t>
            </a:r>
            <a:r>
              <a:rPr lang="en-GB" dirty="0"/>
              <a:t>)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E3EF8DC-6085-26C4-2C9A-194B4D990F81}"/>
              </a:ext>
            </a:extLst>
          </p:cNvPr>
          <p:cNvSpPr txBox="1"/>
          <p:nvPr/>
        </p:nvSpPr>
        <p:spPr>
          <a:xfrm>
            <a:off x="666750" y="1428750"/>
            <a:ext cx="972502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There is NO contamination in the concentration. (</a:t>
            </a:r>
            <a:r>
              <a:rPr lang="en-US" dirty="0" err="1"/>
              <a:t>ie</a:t>
            </a:r>
            <a:r>
              <a:rPr lang="en-US" dirty="0"/>
              <a:t>) All </a:t>
            </a:r>
            <a:r>
              <a:rPr lang="en-US"/>
              <a:t>the samples have </a:t>
            </a:r>
            <a:r>
              <a:rPr lang="en-US" dirty="0"/>
              <a:t>the concentration of the acceptable range (&gt; 30)</a:t>
            </a:r>
            <a:endParaRPr lang="en-GB" dirty="0"/>
          </a:p>
        </p:txBody>
      </p:sp>
      <p:pic>
        <p:nvPicPr>
          <p:cNvPr id="15" name="Picture 14" descr="Chart, scatter chart&#10;&#10;Description automatically generated">
            <a:extLst>
              <a:ext uri="{FF2B5EF4-FFF2-40B4-BE49-F238E27FC236}">
                <a16:creationId xmlns:a16="http://schemas.microsoft.com/office/drawing/2014/main" id="{E9E7E3A4-656E-980E-985E-23AD7262027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8700" y="2056031"/>
            <a:ext cx="9363075" cy="5000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674512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159</TotalTime>
  <Words>72</Words>
  <Application>Microsoft Office PowerPoint</Application>
  <PresentationFormat>Widescreen</PresentationFormat>
  <Paragraphs>15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Calibri</vt:lpstr>
      <vt:lpstr>Calibri Light</vt:lpstr>
      <vt:lpstr>Office Theme</vt:lpstr>
      <vt:lpstr>RTB - CNS</vt:lpstr>
      <vt:lpstr>PowerPoint Presentation</vt:lpstr>
      <vt:lpstr>Contamination : OD260/280 (1.75 – 2.04)</vt:lpstr>
      <vt:lpstr>Contamination : OD260/230 (&gt;1.5)</vt:lpstr>
      <vt:lpstr>Contamination : Concentration (&gt; 30 ng/ul)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RTB - NAFLD</dc:title>
  <dc:creator>Hemasundary Ramasamy</dc:creator>
  <cp:lastModifiedBy>Hemasundary Ramasamy</cp:lastModifiedBy>
  <cp:revision>3</cp:revision>
  <dcterms:created xsi:type="dcterms:W3CDTF">2022-05-09T09:21:27Z</dcterms:created>
  <dcterms:modified xsi:type="dcterms:W3CDTF">2022-05-09T12:01:23Z</dcterms:modified>
</cp:coreProperties>
</file>